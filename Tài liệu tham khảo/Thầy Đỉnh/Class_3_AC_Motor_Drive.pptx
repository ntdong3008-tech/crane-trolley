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8" r:id="rId6"/>
  </p:sldMasterIdLst>
  <p:notesMasterIdLst>
    <p:notesMasterId r:id="rId19"/>
  </p:notesMasterIdLst>
  <p:sldIdLst>
    <p:sldId id="256" r:id="rId7"/>
    <p:sldId id="261" r:id="rId8"/>
    <p:sldId id="289" r:id="rId9"/>
    <p:sldId id="257" r:id="rId10"/>
    <p:sldId id="298" r:id="rId11"/>
    <p:sldId id="300" r:id="rId12"/>
    <p:sldId id="302" r:id="rId13"/>
    <p:sldId id="303" r:id="rId14"/>
    <p:sldId id="301" r:id="rId15"/>
    <p:sldId id="304" r:id="rId16"/>
    <p:sldId id="305" r:id="rId17"/>
    <p:sldId id="287" r:id="rId1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5C0000"/>
    <a:srgbClr val="87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67667-FECF-4968-9019-43CE5C2D85FC}" v="25" dt="2023-08-05T04:47:27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>
      <p:cViewPr varScale="1">
        <p:scale>
          <a:sx n="60" d="100"/>
          <a:sy n="60" d="100"/>
        </p:scale>
        <p:origin x="5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Duy Dinh" userId="85d577be-e431-452d-a307-edf6bcf4bedc" providerId="ADAL" clId="{71967667-FECF-4968-9019-43CE5C2D85FC}"/>
    <pc:docChg chg="modSld">
      <pc:chgData name="Nguyen Duy Dinh" userId="85d577be-e431-452d-a307-edf6bcf4bedc" providerId="ADAL" clId="{71967667-FECF-4968-9019-43CE5C2D85FC}" dt="2023-08-05T04:47:27.101" v="24" actId="20577"/>
      <pc:docMkLst>
        <pc:docMk/>
      </pc:docMkLst>
      <pc:sldChg chg="modSp">
        <pc:chgData name="Nguyen Duy Dinh" userId="85d577be-e431-452d-a307-edf6bcf4bedc" providerId="ADAL" clId="{71967667-FECF-4968-9019-43CE5C2D85FC}" dt="2022-11-10T06:06:04.712" v="12" actId="20577"/>
        <pc:sldMkLst>
          <pc:docMk/>
          <pc:sldMk cId="3353854494" sldId="302"/>
        </pc:sldMkLst>
        <pc:spChg chg="mod">
          <ac:chgData name="Nguyen Duy Dinh" userId="85d577be-e431-452d-a307-edf6bcf4bedc" providerId="ADAL" clId="{71967667-FECF-4968-9019-43CE5C2D85FC}" dt="2022-11-10T06:06:04.712" v="12" actId="20577"/>
          <ac:spMkLst>
            <pc:docMk/>
            <pc:sldMk cId="3353854494" sldId="302"/>
            <ac:spMk id="79" creationId="{8CB2A15A-D353-5D54-A3D6-ACB0229F61A5}"/>
          </ac:spMkLst>
        </pc:spChg>
      </pc:sldChg>
      <pc:sldChg chg="modSp">
        <pc:chgData name="Nguyen Duy Dinh" userId="85d577be-e431-452d-a307-edf6bcf4bedc" providerId="ADAL" clId="{71967667-FECF-4968-9019-43CE5C2D85FC}" dt="2023-08-05T04:47:27.101" v="24" actId="20577"/>
        <pc:sldMkLst>
          <pc:docMk/>
          <pc:sldMk cId="4012413926" sldId="304"/>
        </pc:sldMkLst>
        <pc:spChg chg="mod">
          <ac:chgData name="Nguyen Duy Dinh" userId="85d577be-e431-452d-a307-edf6bcf4bedc" providerId="ADAL" clId="{71967667-FECF-4968-9019-43CE5C2D85FC}" dt="2023-08-05T04:47:27.101" v="24" actId="20577"/>
          <ac:spMkLst>
            <pc:docMk/>
            <pc:sldMk cId="4012413926" sldId="304"/>
            <ac:spMk id="5" creationId="{FC9F1744-9474-5EAB-5173-5A6853623FCB}"/>
          </ac:spMkLst>
        </pc:spChg>
      </pc:sldChg>
    </pc:docChg>
  </pc:docChgLst>
  <pc:docChgLst>
    <pc:chgData name="Nguyen Duy Dinh" userId="85d577be-e431-452d-a307-edf6bcf4bedc" providerId="ADAL" clId="{960FB342-6A6A-41C9-9367-17DB7D2718A9}"/>
    <pc:docChg chg="undo redo custSel addSld delSld modSld">
      <pc:chgData name="Nguyen Duy Dinh" userId="85d577be-e431-452d-a307-edf6bcf4bedc" providerId="ADAL" clId="{960FB342-6A6A-41C9-9367-17DB7D2718A9}" dt="2022-05-12T16:27:23.691" v="1869" actId="1076"/>
      <pc:docMkLst>
        <pc:docMk/>
      </pc:docMkLst>
      <pc:sldChg chg="addSp delSp modSp mod">
        <pc:chgData name="Nguyen Duy Dinh" userId="85d577be-e431-452d-a307-edf6bcf4bedc" providerId="ADAL" clId="{960FB342-6A6A-41C9-9367-17DB7D2718A9}" dt="2022-05-12T16:27:23.691" v="1869" actId="1076"/>
        <pc:sldMkLst>
          <pc:docMk/>
          <pc:sldMk cId="2757220493" sldId="287"/>
        </pc:sldMkLst>
        <pc:spChg chg="mod">
          <ac:chgData name="Nguyen Duy Dinh" userId="85d577be-e431-452d-a307-edf6bcf4bedc" providerId="ADAL" clId="{960FB342-6A6A-41C9-9367-17DB7D2718A9}" dt="2022-05-12T16:22:50.303" v="1851" actId="20577"/>
          <ac:spMkLst>
            <pc:docMk/>
            <pc:sldMk cId="2757220493" sldId="287"/>
            <ac:spMk id="9" creationId="{5FEDAFB6-40E1-497C-AF2E-9251DA5A3AF9}"/>
          </ac:spMkLst>
        </pc:spChg>
        <pc:picChg chg="add del mod">
          <ac:chgData name="Nguyen Duy Dinh" userId="85d577be-e431-452d-a307-edf6bcf4bedc" providerId="ADAL" clId="{960FB342-6A6A-41C9-9367-17DB7D2718A9}" dt="2022-05-12T16:26:42.031" v="1861" actId="478"/>
          <ac:picMkLst>
            <pc:docMk/>
            <pc:sldMk cId="2757220493" sldId="287"/>
            <ac:picMk id="5" creationId="{E8DF90F5-7286-77C4-76E1-CA1EE52C0FB9}"/>
          </ac:picMkLst>
        </pc:picChg>
        <pc:picChg chg="add del">
          <ac:chgData name="Nguyen Duy Dinh" userId="85d577be-e431-452d-a307-edf6bcf4bedc" providerId="ADAL" clId="{960FB342-6A6A-41C9-9367-17DB7D2718A9}" dt="2022-05-12T16:26:46.388" v="1865"/>
          <ac:picMkLst>
            <pc:docMk/>
            <pc:sldMk cId="2757220493" sldId="287"/>
            <ac:picMk id="6" creationId="{48C1BE8A-28CD-770D-1459-2B8E54161396}"/>
          </ac:picMkLst>
        </pc:picChg>
        <pc:picChg chg="add mod">
          <ac:chgData name="Nguyen Duy Dinh" userId="85d577be-e431-452d-a307-edf6bcf4bedc" providerId="ADAL" clId="{960FB342-6A6A-41C9-9367-17DB7D2718A9}" dt="2022-05-12T16:27:23.691" v="1869" actId="1076"/>
          <ac:picMkLst>
            <pc:docMk/>
            <pc:sldMk cId="2757220493" sldId="287"/>
            <ac:picMk id="8" creationId="{03DFF430-0621-2525-FB83-A9BEBF48075A}"/>
          </ac:picMkLst>
        </pc:picChg>
        <pc:picChg chg="add del mod">
          <ac:chgData name="Nguyen Duy Dinh" userId="85d577be-e431-452d-a307-edf6bcf4bedc" providerId="ADAL" clId="{960FB342-6A6A-41C9-9367-17DB7D2718A9}" dt="2022-05-12T16:25:57.876" v="1857" actId="478"/>
          <ac:picMkLst>
            <pc:docMk/>
            <pc:sldMk cId="2757220493" sldId="287"/>
            <ac:picMk id="1026" creationId="{C7CE3C5A-7568-7B4D-1D48-797446C859B1}"/>
          </ac:picMkLst>
        </pc:picChg>
        <pc:picChg chg="add mod">
          <ac:chgData name="Nguyen Duy Dinh" userId="85d577be-e431-452d-a307-edf6bcf4bedc" providerId="ADAL" clId="{960FB342-6A6A-41C9-9367-17DB7D2718A9}" dt="2022-05-12T16:26:18.138" v="1859" actId="1076"/>
          <ac:picMkLst>
            <pc:docMk/>
            <pc:sldMk cId="2757220493" sldId="287"/>
            <ac:picMk id="1028" creationId="{143598D3-7707-F05A-6AFB-40399CB5E53B}"/>
          </ac:picMkLst>
        </pc:picChg>
        <pc:picChg chg="add del">
          <ac:chgData name="Nguyen Duy Dinh" userId="85d577be-e431-452d-a307-edf6bcf4bedc" providerId="ADAL" clId="{960FB342-6A6A-41C9-9367-17DB7D2718A9}" dt="2022-05-12T16:26:44.276" v="1863"/>
          <ac:picMkLst>
            <pc:docMk/>
            <pc:sldMk cId="2757220493" sldId="287"/>
            <ac:picMk id="1030" creationId="{0F8FDA6E-49DC-2D52-3A5D-18FC8137429C}"/>
          </ac:picMkLst>
        </pc:picChg>
      </pc:sldChg>
      <pc:sldChg chg="modSp mod">
        <pc:chgData name="Nguyen Duy Dinh" userId="85d577be-e431-452d-a307-edf6bcf4bedc" providerId="ADAL" clId="{960FB342-6A6A-41C9-9367-17DB7D2718A9}" dt="2022-05-12T15:20:46.813" v="29" actId="20577"/>
        <pc:sldMkLst>
          <pc:docMk/>
          <pc:sldMk cId="3715294999" sldId="289"/>
        </pc:sldMkLst>
        <pc:spChg chg="mod">
          <ac:chgData name="Nguyen Duy Dinh" userId="85d577be-e431-452d-a307-edf6bcf4bedc" providerId="ADAL" clId="{960FB342-6A6A-41C9-9367-17DB7D2718A9}" dt="2022-05-12T15:20:46.813" v="29" actId="20577"/>
          <ac:spMkLst>
            <pc:docMk/>
            <pc:sldMk cId="3715294999" sldId="289"/>
            <ac:spMk id="2" creationId="{F4D6AF4C-30C3-491D-A44E-5E4051800C63}"/>
          </ac:spMkLst>
        </pc:spChg>
      </pc:sldChg>
      <pc:sldChg chg="del">
        <pc:chgData name="Nguyen Duy Dinh" userId="85d577be-e431-452d-a307-edf6bcf4bedc" providerId="ADAL" clId="{960FB342-6A6A-41C9-9367-17DB7D2718A9}" dt="2022-05-12T15:20:31.538" v="0" actId="47"/>
        <pc:sldMkLst>
          <pc:docMk/>
          <pc:sldMk cId="3251435221" sldId="290"/>
        </pc:sldMkLst>
      </pc:sldChg>
      <pc:sldChg chg="del">
        <pc:chgData name="Nguyen Duy Dinh" userId="85d577be-e431-452d-a307-edf6bcf4bedc" providerId="ADAL" clId="{960FB342-6A6A-41C9-9367-17DB7D2718A9}" dt="2022-05-12T15:20:31.538" v="0" actId="47"/>
        <pc:sldMkLst>
          <pc:docMk/>
          <pc:sldMk cId="1172546079" sldId="291"/>
        </pc:sldMkLst>
      </pc:sldChg>
      <pc:sldChg chg="del">
        <pc:chgData name="Nguyen Duy Dinh" userId="85d577be-e431-452d-a307-edf6bcf4bedc" providerId="ADAL" clId="{960FB342-6A6A-41C9-9367-17DB7D2718A9}" dt="2022-05-12T15:20:31.538" v="0" actId="47"/>
        <pc:sldMkLst>
          <pc:docMk/>
          <pc:sldMk cId="1224863560" sldId="292"/>
        </pc:sldMkLst>
      </pc:sldChg>
      <pc:sldChg chg="del">
        <pc:chgData name="Nguyen Duy Dinh" userId="85d577be-e431-452d-a307-edf6bcf4bedc" providerId="ADAL" clId="{960FB342-6A6A-41C9-9367-17DB7D2718A9}" dt="2022-05-12T15:20:31.538" v="0" actId="47"/>
        <pc:sldMkLst>
          <pc:docMk/>
          <pc:sldMk cId="3269876836" sldId="293"/>
        </pc:sldMkLst>
      </pc:sldChg>
      <pc:sldChg chg="del">
        <pc:chgData name="Nguyen Duy Dinh" userId="85d577be-e431-452d-a307-edf6bcf4bedc" providerId="ADAL" clId="{960FB342-6A6A-41C9-9367-17DB7D2718A9}" dt="2022-05-12T15:20:31.538" v="0" actId="47"/>
        <pc:sldMkLst>
          <pc:docMk/>
          <pc:sldMk cId="1557153502" sldId="294"/>
        </pc:sldMkLst>
      </pc:sldChg>
      <pc:sldChg chg="del">
        <pc:chgData name="Nguyen Duy Dinh" userId="85d577be-e431-452d-a307-edf6bcf4bedc" providerId="ADAL" clId="{960FB342-6A6A-41C9-9367-17DB7D2718A9}" dt="2022-05-12T15:20:31.538" v="0" actId="47"/>
        <pc:sldMkLst>
          <pc:docMk/>
          <pc:sldMk cId="3746605627" sldId="295"/>
        </pc:sldMkLst>
      </pc:sldChg>
      <pc:sldChg chg="del">
        <pc:chgData name="Nguyen Duy Dinh" userId="85d577be-e431-452d-a307-edf6bcf4bedc" providerId="ADAL" clId="{960FB342-6A6A-41C9-9367-17DB7D2718A9}" dt="2022-05-12T15:20:31.538" v="0" actId="47"/>
        <pc:sldMkLst>
          <pc:docMk/>
          <pc:sldMk cId="914188902" sldId="296"/>
        </pc:sldMkLst>
      </pc:sldChg>
      <pc:sldChg chg="del">
        <pc:chgData name="Nguyen Duy Dinh" userId="85d577be-e431-452d-a307-edf6bcf4bedc" providerId="ADAL" clId="{960FB342-6A6A-41C9-9367-17DB7D2718A9}" dt="2022-05-12T15:20:31.538" v="0" actId="47"/>
        <pc:sldMkLst>
          <pc:docMk/>
          <pc:sldMk cId="3591811527" sldId="297"/>
        </pc:sldMkLst>
      </pc:sldChg>
      <pc:sldChg chg="addSp delSp modSp mod">
        <pc:chgData name="Nguyen Duy Dinh" userId="85d577be-e431-452d-a307-edf6bcf4bedc" providerId="ADAL" clId="{960FB342-6A6A-41C9-9367-17DB7D2718A9}" dt="2022-05-12T15:34:27.382" v="188" actId="20577"/>
        <pc:sldMkLst>
          <pc:docMk/>
          <pc:sldMk cId="832279227" sldId="298"/>
        </pc:sldMkLst>
        <pc:spChg chg="mod">
          <ac:chgData name="Nguyen Duy Dinh" userId="85d577be-e431-452d-a307-edf6bcf4bedc" providerId="ADAL" clId="{960FB342-6A6A-41C9-9367-17DB7D2718A9}" dt="2022-05-12T15:34:27.382" v="188" actId="20577"/>
          <ac:spMkLst>
            <pc:docMk/>
            <pc:sldMk cId="832279227" sldId="298"/>
            <ac:spMk id="7" creationId="{C145CFA4-50CA-4821-800A-AA05B3EC01BA}"/>
          </ac:spMkLst>
        </pc:spChg>
        <pc:spChg chg="add del mod">
          <ac:chgData name="Nguyen Duy Dinh" userId="85d577be-e431-452d-a307-edf6bcf4bedc" providerId="ADAL" clId="{960FB342-6A6A-41C9-9367-17DB7D2718A9}" dt="2022-05-12T15:34:06.366" v="177" actId="478"/>
          <ac:spMkLst>
            <pc:docMk/>
            <pc:sldMk cId="832279227" sldId="298"/>
            <ac:spMk id="9" creationId="{7E49220F-0B5B-5636-23E1-F3BF42EC22CD}"/>
          </ac:spMkLst>
        </pc:spChg>
        <pc:picChg chg="add del mod">
          <ac:chgData name="Nguyen Duy Dinh" userId="85d577be-e431-452d-a307-edf6bcf4bedc" providerId="ADAL" clId="{960FB342-6A6A-41C9-9367-17DB7D2718A9}" dt="2022-05-12T15:34:18.975" v="178" actId="478"/>
          <ac:picMkLst>
            <pc:docMk/>
            <pc:sldMk cId="832279227" sldId="298"/>
            <ac:picMk id="8" creationId="{D472F561-E4C4-B543-1EAD-2D703E65F92D}"/>
          </ac:picMkLst>
        </pc:picChg>
        <pc:picChg chg="add mod">
          <ac:chgData name="Nguyen Duy Dinh" userId="85d577be-e431-452d-a307-edf6bcf4bedc" providerId="ADAL" clId="{960FB342-6A6A-41C9-9367-17DB7D2718A9}" dt="2022-05-12T15:34:23.471" v="180" actId="1076"/>
          <ac:picMkLst>
            <pc:docMk/>
            <pc:sldMk cId="832279227" sldId="298"/>
            <ac:picMk id="10" creationId="{1C3811FD-CD31-36D7-E9B3-5EF8B3128012}"/>
          </ac:picMkLst>
        </pc:picChg>
        <pc:picChg chg="add del">
          <ac:chgData name="Nguyen Duy Dinh" userId="85d577be-e431-452d-a307-edf6bcf4bedc" providerId="ADAL" clId="{960FB342-6A6A-41C9-9367-17DB7D2718A9}" dt="2022-05-12T15:33:48.976" v="158" actId="478"/>
          <ac:picMkLst>
            <pc:docMk/>
            <pc:sldMk cId="832279227" sldId="298"/>
            <ac:picMk id="1026" creationId="{57929B48-83B0-4BCB-979C-C980535D905A}"/>
          </ac:picMkLst>
        </pc:picChg>
      </pc:sldChg>
      <pc:sldChg chg="del">
        <pc:chgData name="Nguyen Duy Dinh" userId="85d577be-e431-452d-a307-edf6bcf4bedc" providerId="ADAL" clId="{960FB342-6A6A-41C9-9367-17DB7D2718A9}" dt="2022-05-12T15:20:31.538" v="0" actId="47"/>
        <pc:sldMkLst>
          <pc:docMk/>
          <pc:sldMk cId="2176153224" sldId="299"/>
        </pc:sldMkLst>
      </pc:sldChg>
      <pc:sldChg chg="addSp delSp modSp mod">
        <pc:chgData name="Nguyen Duy Dinh" userId="85d577be-e431-452d-a307-edf6bcf4bedc" providerId="ADAL" clId="{960FB342-6A6A-41C9-9367-17DB7D2718A9}" dt="2022-05-12T15:36:46.438" v="549" actId="20577"/>
        <pc:sldMkLst>
          <pc:docMk/>
          <pc:sldMk cId="1702818396" sldId="300"/>
        </pc:sldMkLst>
        <pc:spChg chg="mod">
          <ac:chgData name="Nguyen Duy Dinh" userId="85d577be-e431-452d-a307-edf6bcf4bedc" providerId="ADAL" clId="{960FB342-6A6A-41C9-9367-17DB7D2718A9}" dt="2022-05-12T15:21:12.960" v="70" actId="20577"/>
          <ac:spMkLst>
            <pc:docMk/>
            <pc:sldMk cId="1702818396" sldId="300"/>
            <ac:spMk id="4" creationId="{67A460C7-96B6-4F26-E05A-52C06A978F67}"/>
          </ac:spMkLst>
        </pc:spChg>
        <pc:spChg chg="del">
          <ac:chgData name="Nguyen Duy Dinh" userId="85d577be-e431-452d-a307-edf6bcf4bedc" providerId="ADAL" clId="{960FB342-6A6A-41C9-9367-17DB7D2718A9}" dt="2022-05-12T15:27:10.433" v="71" actId="478"/>
          <ac:spMkLst>
            <pc:docMk/>
            <pc:sldMk cId="1702818396" sldId="300"/>
            <ac:spMk id="5" creationId="{FC9F1744-9474-5EAB-5173-5A6853623FCB}"/>
          </ac:spMkLst>
        </pc:spChg>
        <pc:spChg chg="add del mod">
          <ac:chgData name="Nguyen Duy Dinh" userId="85d577be-e431-452d-a307-edf6bcf4bedc" providerId="ADAL" clId="{960FB342-6A6A-41C9-9367-17DB7D2718A9}" dt="2022-05-12T15:27:11.556" v="72" actId="478"/>
          <ac:spMkLst>
            <pc:docMk/>
            <pc:sldMk cId="1702818396" sldId="300"/>
            <ac:spMk id="9" creationId="{44178BB9-1F68-BCB7-9D86-91439D92E427}"/>
          </ac:spMkLst>
        </pc:spChg>
        <pc:spChg chg="add mod">
          <ac:chgData name="Nguyen Duy Dinh" userId="85d577be-e431-452d-a307-edf6bcf4bedc" providerId="ADAL" clId="{960FB342-6A6A-41C9-9367-17DB7D2718A9}" dt="2022-05-12T15:36:04.072" v="467" actId="6549"/>
          <ac:spMkLst>
            <pc:docMk/>
            <pc:sldMk cId="1702818396" sldId="300"/>
            <ac:spMk id="10" creationId="{49CFD688-1CFD-4483-1B62-03D3460EEE56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16" creationId="{3A2056F3-4546-C709-4EB2-A458C06B3702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20" creationId="{6FC83747-3B48-D42D-1866-6867234339ED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21" creationId="{A6596FBA-DFED-C34F-BAE0-64298609650F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22" creationId="{6F9A2DB3-4B21-C388-6BBF-9DBF0B1AF890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23" creationId="{45E7E676-B6B1-FA3A-9699-C1A6480BEA17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28" creationId="{01021EEC-75FB-39B9-209C-B37DFF0C2718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29" creationId="{BDDF6AEF-6782-1CE3-8D1E-7112329E2D6F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30" creationId="{61BFF383-2B30-7BE8-3041-984159358C5C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31" creationId="{5FB8720B-321A-9E3F-5EA7-131202D500CE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32" creationId="{07D50E00-814E-69BB-AA1B-1E5389252EFE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33" creationId="{673A178B-1FD9-ED98-A6F4-3C634F68955A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34" creationId="{108A1DD9-D6A3-ED63-3905-B802B8E2782E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35" creationId="{4F6DCA7B-5A19-7BA9-1437-EB6D8B3B879B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37" creationId="{B1C414E4-245C-BB70-72C8-48529271C622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38" creationId="{F74B0954-D269-02AE-434A-856011B20D3C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40" creationId="{F08A4C2D-7B5C-4900-8F23-8EF64C6ABE99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42" creationId="{42EC7E21-27EE-CE1F-0750-0C26F1F85002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44" creationId="{6995957F-830E-7EFF-7CA8-68727648BDF3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45" creationId="{3B311427-520D-90FE-886A-9B5F34E06DC0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49" creationId="{FAAEC288-8205-3DD8-32E9-F26354F4A052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0" creationId="{913369CF-1C96-052F-B443-C7067674793A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1" creationId="{5C6B2EA5-8860-9595-C14E-7531336B21D4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2" creationId="{C18C1C21-541D-3F16-4CBE-2AD8B4C2D630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3" creationId="{ABCB0ED0-CAF4-5706-5D1B-154352CCC1C7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4" creationId="{0FEFFF13-077A-E98A-F93B-B50500548AC8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5" creationId="{870F17D7-E9A8-5574-7A78-BAE832DD43B0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6" creationId="{B2F7BD3F-8EF5-7277-863E-C4154CA2C087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7" creationId="{C7878445-4F0E-07ED-9598-58239E3017CD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8" creationId="{13472394-1C2E-411C-BB80-6197FBED6FC1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59" creationId="{470AE183-E2BF-9970-F3F5-F335071BA4A5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60" creationId="{B1418F03-8762-6998-79BE-E79A69E8BD18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63" creationId="{85220B16-782F-F611-E91D-C5C76F000730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64" creationId="{CCC5148A-7B1E-7E71-9AD3-E1DC89CB52F6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65" creationId="{A372ED24-439C-251F-B3B1-AB811577C8FE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68" creationId="{1480CA3A-FE9B-123B-07FD-9F35E6599066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69" creationId="{14E339C8-6536-A304-D284-DFF279BD32ED}"/>
          </ac:spMkLst>
        </pc:spChg>
        <pc:spChg chg="mod">
          <ac:chgData name="Nguyen Duy Dinh" userId="85d577be-e431-452d-a307-edf6bcf4bedc" providerId="ADAL" clId="{960FB342-6A6A-41C9-9367-17DB7D2718A9}" dt="2022-05-12T15:27:12.555" v="73"/>
          <ac:spMkLst>
            <pc:docMk/>
            <pc:sldMk cId="1702818396" sldId="300"/>
            <ac:spMk id="70" creationId="{93B1721E-EBF7-F619-8A41-5808429178F4}"/>
          </ac:spMkLst>
        </pc:spChg>
        <pc:spChg chg="add mod">
          <ac:chgData name="Nguyen Duy Dinh" userId="85d577be-e431-452d-a307-edf6bcf4bedc" providerId="ADAL" clId="{960FB342-6A6A-41C9-9367-17DB7D2718A9}" dt="2022-05-12T15:36:46.438" v="549" actId="20577"/>
          <ac:spMkLst>
            <pc:docMk/>
            <pc:sldMk cId="1702818396" sldId="300"/>
            <ac:spMk id="73" creationId="{EA8C30A1-45D0-E44E-2C52-9088C1CD28FB}"/>
          </ac:spMkLst>
        </pc:spChg>
        <pc:grpChg chg="add mod">
          <ac:chgData name="Nguyen Duy Dinh" userId="85d577be-e431-452d-a307-edf6bcf4bedc" providerId="ADAL" clId="{960FB342-6A6A-41C9-9367-17DB7D2718A9}" dt="2022-05-12T15:27:12.555" v="73"/>
          <ac:grpSpMkLst>
            <pc:docMk/>
            <pc:sldMk cId="1702818396" sldId="300"/>
            <ac:grpSpMk id="11" creationId="{073E04EE-E5D5-8983-336E-0E0C49C98020}"/>
          </ac:grpSpMkLst>
        </pc:grpChg>
        <pc:grpChg chg="mod">
          <ac:chgData name="Nguyen Duy Dinh" userId="85d577be-e431-452d-a307-edf6bcf4bedc" providerId="ADAL" clId="{960FB342-6A6A-41C9-9367-17DB7D2718A9}" dt="2022-05-12T15:27:12.555" v="73"/>
          <ac:grpSpMkLst>
            <pc:docMk/>
            <pc:sldMk cId="1702818396" sldId="300"/>
            <ac:grpSpMk id="13" creationId="{43C0FC01-F15E-1641-DCB5-56F898F32C14}"/>
          </ac:grpSpMkLst>
        </pc:grpChg>
        <pc:grpChg chg="mod">
          <ac:chgData name="Nguyen Duy Dinh" userId="85d577be-e431-452d-a307-edf6bcf4bedc" providerId="ADAL" clId="{960FB342-6A6A-41C9-9367-17DB7D2718A9}" dt="2022-05-12T15:27:12.555" v="73"/>
          <ac:grpSpMkLst>
            <pc:docMk/>
            <pc:sldMk cId="1702818396" sldId="300"/>
            <ac:grpSpMk id="14" creationId="{4745ACCA-FC25-900E-592E-4FA3007AD2BF}"/>
          </ac:grpSpMkLst>
        </pc:grpChg>
        <pc:grpChg chg="mod">
          <ac:chgData name="Nguyen Duy Dinh" userId="85d577be-e431-452d-a307-edf6bcf4bedc" providerId="ADAL" clId="{960FB342-6A6A-41C9-9367-17DB7D2718A9}" dt="2022-05-12T15:27:12.555" v="73"/>
          <ac:grpSpMkLst>
            <pc:docMk/>
            <pc:sldMk cId="1702818396" sldId="300"/>
            <ac:grpSpMk id="15" creationId="{E0EB3FC2-0DBE-6B3A-93A5-6824430C0997}"/>
          </ac:grpSpMkLst>
        </pc:grpChg>
        <pc:grpChg chg="mod">
          <ac:chgData name="Nguyen Duy Dinh" userId="85d577be-e431-452d-a307-edf6bcf4bedc" providerId="ADAL" clId="{960FB342-6A6A-41C9-9367-17DB7D2718A9}" dt="2022-05-12T15:27:12.555" v="73"/>
          <ac:grpSpMkLst>
            <pc:docMk/>
            <pc:sldMk cId="1702818396" sldId="300"/>
            <ac:grpSpMk id="24" creationId="{5CFA5FB2-51AE-9F4D-D23B-58C25FC1AA6A}"/>
          </ac:grpSpMkLst>
        </pc:grpChg>
        <pc:grpChg chg="mod">
          <ac:chgData name="Nguyen Duy Dinh" userId="85d577be-e431-452d-a307-edf6bcf4bedc" providerId="ADAL" clId="{960FB342-6A6A-41C9-9367-17DB7D2718A9}" dt="2022-05-12T15:27:12.555" v="73"/>
          <ac:grpSpMkLst>
            <pc:docMk/>
            <pc:sldMk cId="1702818396" sldId="300"/>
            <ac:grpSpMk id="25" creationId="{8F3056B7-F6E1-747D-2B46-98A3B3B86998}"/>
          </ac:grpSpMkLst>
        </pc:grpChg>
        <pc:grpChg chg="mod">
          <ac:chgData name="Nguyen Duy Dinh" userId="85d577be-e431-452d-a307-edf6bcf4bedc" providerId="ADAL" clId="{960FB342-6A6A-41C9-9367-17DB7D2718A9}" dt="2022-05-12T15:27:12.555" v="73"/>
          <ac:grpSpMkLst>
            <pc:docMk/>
            <pc:sldMk cId="1702818396" sldId="300"/>
            <ac:grpSpMk id="26" creationId="{0DD808FC-B77C-BDD5-15CC-6BE5B162319E}"/>
          </ac:grpSpMkLst>
        </pc:grp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12" creationId="{3A28361C-EC74-FA27-B486-DA127F3A7FC9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17" creationId="{07603B01-B93A-CC57-8410-9958097B5E96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18" creationId="{07F4B58B-7561-7FDC-18E0-8DFF90E9DD08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19" creationId="{CCE54A67-8EBC-AB31-41C3-75F78618DAA1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27" creationId="{F172C6A1-667C-E04D-CE31-14536E7C5E32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36" creationId="{31848DF5-807D-248A-3FB8-4BB0CCEFB3D8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39" creationId="{BBA9CF41-DE32-8304-80FE-F1137E81248F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41" creationId="{A5D083A6-DE9A-585A-0FC4-129AD3AB03F8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43" creationId="{0A0721CC-5C04-4F8E-B869-C4297C902559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46" creationId="{2F1C345D-955A-2A8B-09AC-103E9CCCA963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47" creationId="{3C43EA14-7C44-E144-81F8-9035D23A2482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48" creationId="{5C6BFDA8-BDC0-14D8-1D07-564C31CB601C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61" creationId="{B36ACE00-311F-16A0-68D1-7746D0A37D80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62" creationId="{71D79A71-4BAE-FF3E-A5BD-344981B5A66C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66" creationId="{4ED293C2-1CA0-760B-D0F6-5E6A7E53BBFA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67" creationId="{A1538E24-1F02-BCFD-B481-2E017AACCCB3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71" creationId="{E3F6498F-843D-A279-2AE8-54A51627CE2A}"/>
          </ac:cxnSpMkLst>
        </pc:cxnChg>
        <pc:cxnChg chg="mod">
          <ac:chgData name="Nguyen Duy Dinh" userId="85d577be-e431-452d-a307-edf6bcf4bedc" providerId="ADAL" clId="{960FB342-6A6A-41C9-9367-17DB7D2718A9}" dt="2022-05-12T15:27:12.555" v="73"/>
          <ac:cxnSpMkLst>
            <pc:docMk/>
            <pc:sldMk cId="1702818396" sldId="300"/>
            <ac:cxnSpMk id="72" creationId="{6314BAC9-A8E4-D8CC-551B-A83FD31DE0BE}"/>
          </ac:cxnSpMkLst>
        </pc:cxnChg>
      </pc:sldChg>
      <pc:sldChg chg="modSp add mod">
        <pc:chgData name="Nguyen Duy Dinh" userId="85d577be-e431-452d-a307-edf6bcf4bedc" providerId="ADAL" clId="{960FB342-6A6A-41C9-9367-17DB7D2718A9}" dt="2022-05-12T16:09:50.518" v="1520" actId="20577"/>
        <pc:sldMkLst>
          <pc:docMk/>
          <pc:sldMk cId="3855871272" sldId="301"/>
        </pc:sldMkLst>
        <pc:spChg chg="mod">
          <ac:chgData name="Nguyen Duy Dinh" userId="85d577be-e431-452d-a307-edf6bcf4bedc" providerId="ADAL" clId="{960FB342-6A6A-41C9-9367-17DB7D2718A9}" dt="2022-05-12T16:09:50.518" v="1520" actId="20577"/>
          <ac:spMkLst>
            <pc:docMk/>
            <pc:sldMk cId="3855871272" sldId="301"/>
            <ac:spMk id="5" creationId="{FC9F1744-9474-5EAB-5173-5A6853623FCB}"/>
          </ac:spMkLst>
        </pc:spChg>
      </pc:sldChg>
      <pc:sldChg chg="addSp delSp modSp add mod">
        <pc:chgData name="Nguyen Duy Dinh" userId="85d577be-e431-452d-a307-edf6bcf4bedc" providerId="ADAL" clId="{960FB342-6A6A-41C9-9367-17DB7D2718A9}" dt="2022-05-12T15:51:57.372" v="740" actId="1076"/>
        <pc:sldMkLst>
          <pc:docMk/>
          <pc:sldMk cId="3353854494" sldId="302"/>
        </pc:sldMkLst>
        <pc:spChg chg="mod">
          <ac:chgData name="Nguyen Duy Dinh" userId="85d577be-e431-452d-a307-edf6bcf4bedc" providerId="ADAL" clId="{960FB342-6A6A-41C9-9367-17DB7D2718A9}" dt="2022-05-12T15:45:02.164" v="664" actId="14100"/>
          <ac:spMkLst>
            <pc:docMk/>
            <pc:sldMk cId="3353854494" sldId="302"/>
            <ac:spMk id="10" creationId="{49CFD688-1CFD-4483-1B62-03D3460EEE56}"/>
          </ac:spMkLst>
        </pc:spChg>
        <pc:spChg chg="del">
          <ac:chgData name="Nguyen Duy Dinh" userId="85d577be-e431-452d-a307-edf6bcf4bedc" providerId="ADAL" clId="{960FB342-6A6A-41C9-9367-17DB7D2718A9}" dt="2022-05-12T15:28:35.883" v="88" actId="478"/>
          <ac:spMkLst>
            <pc:docMk/>
            <pc:sldMk cId="3353854494" sldId="302"/>
            <ac:spMk id="73" creationId="{EA8C30A1-45D0-E44E-2C52-9088C1CD28FB}"/>
          </ac:spMkLst>
        </pc:spChg>
        <pc:spChg chg="add mod">
          <ac:chgData name="Nguyen Duy Dinh" userId="85d577be-e431-452d-a307-edf6bcf4bedc" providerId="ADAL" clId="{960FB342-6A6A-41C9-9367-17DB7D2718A9}" dt="2022-05-12T15:45:34.610" v="670" actId="1076"/>
          <ac:spMkLst>
            <pc:docMk/>
            <pc:sldMk cId="3353854494" sldId="302"/>
            <ac:spMk id="74" creationId="{5A9D136B-06FB-108A-689B-6E32CC686553}"/>
          </ac:spMkLst>
        </pc:spChg>
        <pc:spChg chg="add mod">
          <ac:chgData name="Nguyen Duy Dinh" userId="85d577be-e431-452d-a307-edf6bcf4bedc" providerId="ADAL" clId="{960FB342-6A6A-41C9-9367-17DB7D2718A9}" dt="2022-05-12T15:45:22.584" v="667" actId="1076"/>
          <ac:spMkLst>
            <pc:docMk/>
            <pc:sldMk cId="3353854494" sldId="302"/>
            <ac:spMk id="75" creationId="{1C556676-65AA-7397-D2B0-EC9BC81D70B9}"/>
          </ac:spMkLst>
        </pc:spChg>
        <pc:spChg chg="add mod">
          <ac:chgData name="Nguyen Duy Dinh" userId="85d577be-e431-452d-a307-edf6bcf4bedc" providerId="ADAL" clId="{960FB342-6A6A-41C9-9367-17DB7D2718A9}" dt="2022-05-12T15:50:56.654" v="726" actId="1076"/>
          <ac:spMkLst>
            <pc:docMk/>
            <pc:sldMk cId="3353854494" sldId="302"/>
            <ac:spMk id="76" creationId="{7E54BE21-79FC-2EA7-62CA-A157AA2AC46E}"/>
          </ac:spMkLst>
        </pc:spChg>
        <pc:spChg chg="add mod">
          <ac:chgData name="Nguyen Duy Dinh" userId="85d577be-e431-452d-a307-edf6bcf4bedc" providerId="ADAL" clId="{960FB342-6A6A-41C9-9367-17DB7D2718A9}" dt="2022-05-12T15:46:07.752" v="680" actId="1076"/>
          <ac:spMkLst>
            <pc:docMk/>
            <pc:sldMk cId="3353854494" sldId="302"/>
            <ac:spMk id="79" creationId="{8CB2A15A-D353-5D54-A3D6-ACB0229F61A5}"/>
          </ac:spMkLst>
        </pc:spChg>
        <pc:spChg chg="add mod">
          <ac:chgData name="Nguyen Duy Dinh" userId="85d577be-e431-452d-a307-edf6bcf4bedc" providerId="ADAL" clId="{960FB342-6A6A-41C9-9367-17DB7D2718A9}" dt="2022-05-12T15:50:59.863" v="727" actId="1076"/>
          <ac:spMkLst>
            <pc:docMk/>
            <pc:sldMk cId="3353854494" sldId="302"/>
            <ac:spMk id="83" creationId="{1E9C898C-B6F2-624A-9741-0E649503B022}"/>
          </ac:spMkLst>
        </pc:spChg>
        <pc:spChg chg="add mod ord">
          <ac:chgData name="Nguyen Duy Dinh" userId="85d577be-e431-452d-a307-edf6bcf4bedc" providerId="ADAL" clId="{960FB342-6A6A-41C9-9367-17DB7D2718A9}" dt="2022-05-12T15:45:34.610" v="670" actId="1076"/>
          <ac:spMkLst>
            <pc:docMk/>
            <pc:sldMk cId="3353854494" sldId="302"/>
            <ac:spMk id="84" creationId="{D9EB7E55-8ADC-769E-DA15-8009BDD8C163}"/>
          </ac:spMkLst>
        </pc:spChg>
        <pc:spChg chg="add del">
          <ac:chgData name="Nguyen Duy Dinh" userId="85d577be-e431-452d-a307-edf6bcf4bedc" providerId="ADAL" clId="{960FB342-6A6A-41C9-9367-17DB7D2718A9}" dt="2022-05-12T15:43:00.585" v="637" actId="22"/>
          <ac:spMkLst>
            <pc:docMk/>
            <pc:sldMk cId="3353854494" sldId="302"/>
            <ac:spMk id="86" creationId="{DF4328CC-4744-092F-E6A1-3534C46D4D2E}"/>
          </ac:spMkLst>
        </pc:spChg>
        <pc:spChg chg="add mod">
          <ac:chgData name="Nguyen Duy Dinh" userId="85d577be-e431-452d-a307-edf6bcf4bedc" providerId="ADAL" clId="{960FB342-6A6A-41C9-9367-17DB7D2718A9}" dt="2022-05-12T15:51:57.372" v="740" actId="1076"/>
          <ac:spMkLst>
            <pc:docMk/>
            <pc:sldMk cId="3353854494" sldId="302"/>
            <ac:spMk id="88" creationId="{790E2D67-570C-7ABD-190C-7DD3B3DEE573}"/>
          </ac:spMkLst>
        </pc:spChg>
        <pc:spChg chg="add mod ord">
          <ac:chgData name="Nguyen Duy Dinh" userId="85d577be-e431-452d-a307-edf6bcf4bedc" providerId="ADAL" clId="{960FB342-6A6A-41C9-9367-17DB7D2718A9}" dt="2022-05-12T15:45:38.845" v="671" actId="167"/>
          <ac:spMkLst>
            <pc:docMk/>
            <pc:sldMk cId="3353854494" sldId="302"/>
            <ac:spMk id="89" creationId="{8DC242FA-D524-919C-2A7D-74430D4EEC84}"/>
          </ac:spMkLst>
        </pc:spChg>
        <pc:spChg chg="add mod">
          <ac:chgData name="Nguyen Duy Dinh" userId="85d577be-e431-452d-a307-edf6bcf4bedc" providerId="ADAL" clId="{960FB342-6A6A-41C9-9367-17DB7D2718A9}" dt="2022-05-12T15:51:26.593" v="739" actId="20577"/>
          <ac:spMkLst>
            <pc:docMk/>
            <pc:sldMk cId="3353854494" sldId="302"/>
            <ac:spMk id="90" creationId="{71E7FCAD-4645-F82B-D9CF-D3C8D341DC4E}"/>
          </ac:spMkLst>
        </pc:spChg>
        <pc:spChg chg="add mod">
          <ac:chgData name="Nguyen Duy Dinh" userId="85d577be-e431-452d-a307-edf6bcf4bedc" providerId="ADAL" clId="{960FB342-6A6A-41C9-9367-17DB7D2718A9}" dt="2022-05-12T15:50:05.956" v="723" actId="20577"/>
          <ac:spMkLst>
            <pc:docMk/>
            <pc:sldMk cId="3353854494" sldId="302"/>
            <ac:spMk id="91" creationId="{099CE123-857B-4655-3D2B-8EC6E4BEBA28}"/>
          </ac:spMkLst>
        </pc:spChg>
        <pc:spChg chg="add mod">
          <ac:chgData name="Nguyen Duy Dinh" userId="85d577be-e431-452d-a307-edf6bcf4bedc" providerId="ADAL" clId="{960FB342-6A6A-41C9-9367-17DB7D2718A9}" dt="2022-05-12T15:51:23.918" v="736" actId="6549"/>
          <ac:spMkLst>
            <pc:docMk/>
            <pc:sldMk cId="3353854494" sldId="302"/>
            <ac:spMk id="92" creationId="{B0E6E95D-E5D0-A99D-B160-89209429B3D1}"/>
          </ac:spMkLst>
        </pc:spChg>
        <pc:grpChg chg="del">
          <ac:chgData name="Nguyen Duy Dinh" userId="85d577be-e431-452d-a307-edf6bcf4bedc" providerId="ADAL" clId="{960FB342-6A6A-41C9-9367-17DB7D2718A9}" dt="2022-05-12T15:31:04.688" v="155" actId="478"/>
          <ac:grpSpMkLst>
            <pc:docMk/>
            <pc:sldMk cId="3353854494" sldId="302"/>
            <ac:grpSpMk id="11" creationId="{073E04EE-E5D5-8983-336E-0E0C49C98020}"/>
          </ac:grpSpMkLst>
        </pc:grpChg>
        <pc:graphicFrameChg chg="add del mod replId">
          <ac:chgData name="Nguyen Duy Dinh" userId="85d577be-e431-452d-a307-edf6bcf4bedc" providerId="ADAL" clId="{960FB342-6A6A-41C9-9367-17DB7D2718A9}" dt="2022-05-12T15:29:48.473" v="138"/>
          <ac:graphicFrameMkLst>
            <pc:docMk/>
            <pc:sldMk cId="3353854494" sldId="302"/>
            <ac:graphicFrameMk id="5" creationId="{5A9D136B-06FB-108A-689B-6E32CC686553}"/>
          </ac:graphicFrameMkLst>
        </pc:graphicFrameChg>
        <pc:graphicFrameChg chg="add del mod replId">
          <ac:chgData name="Nguyen Duy Dinh" userId="85d577be-e431-452d-a307-edf6bcf4bedc" providerId="ADAL" clId="{960FB342-6A6A-41C9-9367-17DB7D2718A9}" dt="2022-05-12T15:37:34.787" v="552"/>
          <ac:graphicFrameMkLst>
            <pc:docMk/>
            <pc:sldMk cId="3353854494" sldId="302"/>
            <ac:graphicFrameMk id="8" creationId="{1C556676-65AA-7397-D2B0-EC9BC81D70B9}"/>
          </ac:graphicFrameMkLst>
        </pc:graphicFrameChg>
        <pc:graphicFrameChg chg="add del mod replId">
          <ac:chgData name="Nguyen Duy Dinh" userId="85d577be-e431-452d-a307-edf6bcf4bedc" providerId="ADAL" clId="{960FB342-6A6A-41C9-9367-17DB7D2718A9}" dt="2022-05-12T15:38:39.459" v="570"/>
          <ac:graphicFrameMkLst>
            <pc:docMk/>
            <pc:sldMk cId="3353854494" sldId="302"/>
            <ac:graphicFrameMk id="77" creationId="{7E54BE21-79FC-2EA7-62CA-A157AA2AC46E}"/>
          </ac:graphicFrameMkLst>
        </pc:graphicFrameChg>
        <pc:graphicFrameChg chg="add del mod replId">
          <ac:chgData name="Nguyen Duy Dinh" userId="85d577be-e431-452d-a307-edf6bcf4bedc" providerId="ADAL" clId="{960FB342-6A6A-41C9-9367-17DB7D2718A9}" dt="2022-05-12T15:39:17.923" v="585"/>
          <ac:graphicFrameMkLst>
            <pc:docMk/>
            <pc:sldMk cId="3353854494" sldId="302"/>
            <ac:graphicFrameMk id="80" creationId="{8CB2A15A-D353-5D54-A3D6-ACB0229F61A5}"/>
          </ac:graphicFrameMkLst>
        </pc:graphicFrameChg>
      </pc:sldChg>
      <pc:sldChg chg="addSp delSp modSp add mod">
        <pc:chgData name="Nguyen Duy Dinh" userId="85d577be-e431-452d-a307-edf6bcf4bedc" providerId="ADAL" clId="{960FB342-6A6A-41C9-9367-17DB7D2718A9}" dt="2022-05-12T15:41:47.215" v="620" actId="1076"/>
        <pc:sldMkLst>
          <pc:docMk/>
          <pc:sldMk cId="2905126103" sldId="303"/>
        </pc:sldMkLst>
        <pc:spChg chg="del">
          <ac:chgData name="Nguyen Duy Dinh" userId="85d577be-e431-452d-a307-edf6bcf4bedc" providerId="ADAL" clId="{960FB342-6A6A-41C9-9367-17DB7D2718A9}" dt="2022-05-12T15:41:37.001" v="617" actId="478"/>
          <ac:spMkLst>
            <pc:docMk/>
            <pc:sldMk cId="2905126103" sldId="303"/>
            <ac:spMk id="74" creationId="{5A9D136B-06FB-108A-689B-6E32CC686553}"/>
          </ac:spMkLst>
        </pc:spChg>
        <pc:spChg chg="del">
          <ac:chgData name="Nguyen Duy Dinh" userId="85d577be-e431-452d-a307-edf6bcf4bedc" providerId="ADAL" clId="{960FB342-6A6A-41C9-9367-17DB7D2718A9}" dt="2022-05-12T15:41:37.001" v="617" actId="478"/>
          <ac:spMkLst>
            <pc:docMk/>
            <pc:sldMk cId="2905126103" sldId="303"/>
            <ac:spMk id="75" creationId="{1C556676-65AA-7397-D2B0-EC9BC81D70B9}"/>
          </ac:spMkLst>
        </pc:spChg>
        <pc:spChg chg="del">
          <ac:chgData name="Nguyen Duy Dinh" userId="85d577be-e431-452d-a307-edf6bcf4bedc" providerId="ADAL" clId="{960FB342-6A6A-41C9-9367-17DB7D2718A9}" dt="2022-05-12T15:41:37.001" v="617" actId="478"/>
          <ac:spMkLst>
            <pc:docMk/>
            <pc:sldMk cId="2905126103" sldId="303"/>
            <ac:spMk id="76" creationId="{7E54BE21-79FC-2EA7-62CA-A157AA2AC46E}"/>
          </ac:spMkLst>
        </pc:spChg>
        <pc:spChg chg="del">
          <ac:chgData name="Nguyen Duy Dinh" userId="85d577be-e431-452d-a307-edf6bcf4bedc" providerId="ADAL" clId="{960FB342-6A6A-41C9-9367-17DB7D2718A9}" dt="2022-05-12T15:41:37.001" v="617" actId="478"/>
          <ac:spMkLst>
            <pc:docMk/>
            <pc:sldMk cId="2905126103" sldId="303"/>
            <ac:spMk id="79" creationId="{8CB2A15A-D353-5D54-A3D6-ACB0229F61A5}"/>
          </ac:spMkLst>
        </pc:spChg>
        <pc:spChg chg="del">
          <ac:chgData name="Nguyen Duy Dinh" userId="85d577be-e431-452d-a307-edf6bcf4bedc" providerId="ADAL" clId="{960FB342-6A6A-41C9-9367-17DB7D2718A9}" dt="2022-05-12T15:41:37.001" v="617" actId="478"/>
          <ac:spMkLst>
            <pc:docMk/>
            <pc:sldMk cId="2905126103" sldId="303"/>
            <ac:spMk id="83" creationId="{1E9C898C-B6F2-624A-9741-0E649503B022}"/>
          </ac:spMkLst>
        </pc:spChg>
        <pc:spChg chg="del">
          <ac:chgData name="Nguyen Duy Dinh" userId="85d577be-e431-452d-a307-edf6bcf4bedc" providerId="ADAL" clId="{960FB342-6A6A-41C9-9367-17DB7D2718A9}" dt="2022-05-12T15:41:37.001" v="617" actId="478"/>
          <ac:spMkLst>
            <pc:docMk/>
            <pc:sldMk cId="2905126103" sldId="303"/>
            <ac:spMk id="84" creationId="{D9EB7E55-8ADC-769E-DA15-8009BDD8C163}"/>
          </ac:spMkLst>
        </pc:spChg>
        <pc:picChg chg="add mod">
          <ac:chgData name="Nguyen Duy Dinh" userId="85d577be-e431-452d-a307-edf6bcf4bedc" providerId="ADAL" clId="{960FB342-6A6A-41C9-9367-17DB7D2718A9}" dt="2022-05-12T15:41:47.215" v="620" actId="1076"/>
          <ac:picMkLst>
            <pc:docMk/>
            <pc:sldMk cId="2905126103" sldId="303"/>
            <ac:picMk id="13" creationId="{70B5DF7A-ADD6-8FCF-D88B-BE1F5CD64EC2}"/>
          </ac:picMkLst>
        </pc:picChg>
      </pc:sldChg>
      <pc:sldChg chg="modSp add mod">
        <pc:chgData name="Nguyen Duy Dinh" userId="85d577be-e431-452d-a307-edf6bcf4bedc" providerId="ADAL" clId="{960FB342-6A6A-41C9-9367-17DB7D2718A9}" dt="2022-05-12T16:22:25.474" v="1789" actId="20577"/>
        <pc:sldMkLst>
          <pc:docMk/>
          <pc:sldMk cId="4012413926" sldId="304"/>
        </pc:sldMkLst>
        <pc:spChg chg="mod">
          <ac:chgData name="Nguyen Duy Dinh" userId="85d577be-e431-452d-a307-edf6bcf4bedc" providerId="ADAL" clId="{960FB342-6A6A-41C9-9367-17DB7D2718A9}" dt="2022-05-12T16:22:25.474" v="1789" actId="20577"/>
          <ac:spMkLst>
            <pc:docMk/>
            <pc:sldMk cId="4012413926" sldId="304"/>
            <ac:spMk id="5" creationId="{FC9F1744-9474-5EAB-5173-5A6853623FCB}"/>
          </ac:spMkLst>
        </pc:spChg>
      </pc:sldChg>
      <pc:sldChg chg="modSp add del mod">
        <pc:chgData name="Nguyen Duy Dinh" userId="85d577be-e431-452d-a307-edf6bcf4bedc" providerId="ADAL" clId="{960FB342-6A6A-41C9-9367-17DB7D2718A9}" dt="2022-05-12T16:22:09.260" v="1778" actId="20577"/>
        <pc:sldMkLst>
          <pc:docMk/>
          <pc:sldMk cId="252707154" sldId="305"/>
        </pc:sldMkLst>
        <pc:spChg chg="mod">
          <ac:chgData name="Nguyen Duy Dinh" userId="85d577be-e431-452d-a307-edf6bcf4bedc" providerId="ADAL" clId="{960FB342-6A6A-41C9-9367-17DB7D2718A9}" dt="2022-05-12T16:22:09.260" v="1778" actId="20577"/>
          <ac:spMkLst>
            <pc:docMk/>
            <pc:sldMk cId="252707154" sldId="305"/>
            <ac:spMk id="5" creationId="{FC9F1744-9474-5EAB-5173-5A6853623F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E77DFA0-9F5B-4212-BF99-A7F432A350FC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6C6FDCA-184E-416A-880F-EB8F545B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0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84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80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-11738"/>
            <a:ext cx="9144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475" y="1049562"/>
            <a:ext cx="8229181" cy="3550578"/>
          </a:xfrm>
        </p:spPr>
        <p:txBody>
          <a:bodyPr anchor="ctr"/>
          <a:lstStyle>
            <a:lvl1pPr algn="ctr">
              <a:defRPr sz="6000" b="1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475" y="4744715"/>
            <a:ext cx="822918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0" y="97727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cxnSpLocks/>
          </p:cNvCxnSpPr>
          <p:nvPr/>
        </p:nvCxnSpPr>
        <p:spPr>
          <a:xfrm>
            <a:off x="0" y="467242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Viện Điện">
            <a:extLst>
              <a:ext uri="{FF2B5EF4-FFF2-40B4-BE49-F238E27FC236}">
                <a16:creationId xmlns:a16="http://schemas.microsoft.com/office/drawing/2014/main" id="{37261768-3EFD-4D77-8B66-07DB83A44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738"/>
            <a:ext cx="9144000" cy="98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80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1878"/>
            <a:ext cx="8458200" cy="5770935"/>
          </a:xfrm>
        </p:spPr>
        <p:txBody>
          <a:bodyPr/>
          <a:lstStyle>
            <a:lvl1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2pPr>
            <a:lvl3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3pPr>
            <a:lvl4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4pPr>
            <a:lvl5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88"/>
            <a:ext cx="9144000" cy="287215"/>
          </a:xfrm>
          <a:prstGeom prst="rect">
            <a:avLst/>
          </a:prstGeom>
          <a:gradFill>
            <a:gsLst>
              <a:gs pos="50000">
                <a:srgbClr val="C00000"/>
              </a:gs>
              <a:gs pos="0">
                <a:srgbClr val="5C0000"/>
              </a:gs>
              <a:gs pos="100000">
                <a:srgbClr val="5C000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latin typeface="Asana" panose="02000603000000000000" pitchFamily="2" charset="0"/>
              <a:ea typeface="Asana" panose="02000603000000000000" pitchFamily="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570788"/>
            <a:ext cx="2057400" cy="287215"/>
          </a:xfrm>
        </p:spPr>
        <p:txBody>
          <a:bodyPr/>
          <a:lstStyle>
            <a:lvl1pPr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51A1849-AD6A-4FFA-BA38-64B86BE9B30E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6050" y="6570788"/>
            <a:ext cx="3771900" cy="287215"/>
          </a:xfrm>
        </p:spPr>
        <p:txBody>
          <a:bodyPr/>
          <a:lstStyle>
            <a:lvl1pPr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570788"/>
            <a:ext cx="2057400" cy="287215"/>
          </a:xfrm>
        </p:spPr>
        <p:txBody>
          <a:bodyPr/>
          <a:lstStyle>
            <a:lvl1pPr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4DB263-F578-4ADD-9AF0-19D468B08029}"/>
              </a:ext>
            </a:extLst>
          </p:cNvPr>
          <p:cNvGrpSpPr/>
          <p:nvPr/>
        </p:nvGrpSpPr>
        <p:grpSpPr>
          <a:xfrm>
            <a:off x="0" y="0"/>
            <a:ext cx="9144000" cy="666876"/>
            <a:chOff x="-2224194" y="662940"/>
            <a:chExt cx="16085332" cy="11350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10B6E0-E2A6-476D-B1BC-8AE08450F5AE}"/>
                </a:ext>
              </a:extLst>
            </p:cNvPr>
            <p:cNvSpPr/>
            <p:nvPr/>
          </p:nvSpPr>
          <p:spPr>
            <a:xfrm>
              <a:off x="-2224194" y="662940"/>
              <a:ext cx="16085332" cy="1135082"/>
            </a:xfrm>
            <a:prstGeom prst="rect">
              <a:avLst/>
            </a:prstGeom>
            <a:gradFill flip="none" rotWithShape="1">
              <a:gsLst>
                <a:gs pos="55000">
                  <a:srgbClr val="990033"/>
                </a:gs>
                <a:gs pos="0">
                  <a:srgbClr val="C00000"/>
                </a:gs>
                <a:gs pos="100000">
                  <a:srgbClr val="5C0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Pentagon 34">
              <a:extLst>
                <a:ext uri="{FF2B5EF4-FFF2-40B4-BE49-F238E27FC236}">
                  <a16:creationId xmlns:a16="http://schemas.microsoft.com/office/drawing/2014/main" id="{649778FA-9C2C-4886-873D-B9513BA64AC8}"/>
                </a:ext>
              </a:extLst>
            </p:cNvPr>
            <p:cNvSpPr/>
            <p:nvPr/>
          </p:nvSpPr>
          <p:spPr>
            <a:xfrm>
              <a:off x="-2224190" y="662940"/>
              <a:ext cx="1905999" cy="1135082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0" y="704850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176960" y="1"/>
            <a:ext cx="7967040" cy="666874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4" name="Picture 2" descr="No photo description available.">
            <a:extLst>
              <a:ext uri="{FF2B5EF4-FFF2-40B4-BE49-F238E27FC236}">
                <a16:creationId xmlns:a16="http://schemas.microsoft.com/office/drawing/2014/main" id="{0B84D07F-719F-405C-A66A-0DEA4705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" y="-9061"/>
            <a:ext cx="806917" cy="8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79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601CAC-03B9-4BEE-BF89-E8994272CD0B}"/>
              </a:ext>
            </a:extLst>
          </p:cNvPr>
          <p:cNvSpPr/>
          <p:nvPr/>
        </p:nvSpPr>
        <p:spPr>
          <a:xfrm>
            <a:off x="-1" y="0"/>
            <a:ext cx="9144001" cy="769870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51000">
                <a:srgbClr val="990033"/>
              </a:gs>
              <a:gs pos="100000">
                <a:srgbClr val="5C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6753B3-8616-45EA-88C5-C4040828778A}"/>
              </a:ext>
            </a:extLst>
          </p:cNvPr>
          <p:cNvGrpSpPr/>
          <p:nvPr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DC59BA-E9B8-41DF-A1E9-6078B3204C06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5E758D-CCD0-451D-804D-2C41B434C9BA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89DD0E9-C986-4720-9055-3772E66D9F24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18BF1DB-28B3-422B-AE3E-751A065E7DC7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695C9C-5703-4A2A-8E9E-ABBCBACC18C5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B06F64-445A-4DB1-B9DE-EE4C6F70E8A4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05F5A12-FEE8-4142-8364-55764D779A4D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F9FE61-6F15-4537-A14F-3B835260A9B7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45C53D-9AA2-445E-9583-DC10E604DA33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3F849E-BAA4-46D3-B3DF-AB9FE4733F46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59B068-C409-40A9-98DA-12E409966E98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A30184B-6503-4500-B299-BFB88AD390EA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C9B6A7-2414-468E-B642-0A76B85B146C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A4A506-5A31-4641-9203-57EB128D6A11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2E0179-A485-4922-8E16-70297F288B94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1470294-BE52-4288-98D5-1794E01823A4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5F4160D-0EB8-4CB6-8412-2AE0EDB2189A}"/>
                </a:ext>
              </a:extLst>
            </p:cNvPr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22B2A1D-D7B9-4423-8507-D8DFF2B74D07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6FD677-2782-45CF-8FF9-80869A8C11E4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026DD0A-8DDF-4C0D-984F-4B1725D5F209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B9DC1BC-99D2-45DB-BBDE-D2B624C825F8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DAFC11C-A1E3-4B87-9571-C59830ABFBCC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EC8C003-C0D5-4AB5-A331-482C86F5DC1E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9389985-F167-4D21-BF9A-3DB49711CA8A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815240C5-766D-484E-8761-8F69F33E441E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8D700EDF-C466-42E1-ADF7-B2D2EB278E36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BE1F8E54-7770-4888-A195-4EAD0BCFAB3D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823A30E9-989F-4063-8D16-685B7688582E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2FDF9B1-5B03-44A0-8168-66EDBCC5832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B9B98BB-8B7A-4D4A-9C98-98C3FCCB864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A9231D8-52C8-4DA1-B292-207325D1E09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990E9B9-60B6-49C9-82E3-D5F5848D151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891DED4-3589-4845-B1E5-91F7C5B862D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EA6C90-4610-42A5-B851-57E83C0A30A1}"/>
                </a:ext>
              </a:extLst>
            </p:cNvPr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466F00E-4B25-4399-B79B-7D38441F8EF9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36DD2F3-4DE7-454F-9591-C70043244D70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DE278B-E86A-4102-B1DE-805B2F04B4CF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2900731-59D9-4E8E-9863-F834C90C4D49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F4C4C7F-B14D-4107-A8B3-5B130970C030}"/>
                  </a:ext>
                </a:extLst>
              </p:cNvPr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BCBFB09-F076-4EAE-B828-9110D3A35330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244A454-38CF-49C8-AB3B-F65473389328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5ECDC3B-B51C-497F-B007-2B54AB949F3D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CE3A622-0DAE-464D-8662-BFB85ED01057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B78F5001-C16E-40FC-B408-8FBD83AA09B7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3FD5AF6-6155-44A2-A21C-4095F88773A5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257EE55-AABB-49A7-A9D1-0BE4826A58C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9827082-056F-45D1-9C61-7B4276346A1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B1A129C-D707-48CF-BFFD-632EECFE28D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F53A266-522A-43AB-A7BF-6497864D0B5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0CF6BF0-EAE2-46F0-85B5-9C35DD86921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entagon 12">
            <a:extLst>
              <a:ext uri="{FF2B5EF4-FFF2-40B4-BE49-F238E27FC236}">
                <a16:creationId xmlns:a16="http://schemas.microsoft.com/office/drawing/2014/main" id="{1A5726DB-7AF7-49E1-A7CF-AD38678A1731}"/>
              </a:ext>
            </a:extLst>
          </p:cNvPr>
          <p:cNvSpPr/>
          <p:nvPr/>
        </p:nvSpPr>
        <p:spPr>
          <a:xfrm>
            <a:off x="3" y="544"/>
            <a:ext cx="1290178" cy="769326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D5957A-A976-42D9-B951-F11815A0F70D}"/>
              </a:ext>
            </a:extLst>
          </p:cNvPr>
          <p:cNvCxnSpPr>
            <a:cxnSpLocks/>
          </p:cNvCxnSpPr>
          <p:nvPr/>
        </p:nvCxnSpPr>
        <p:spPr>
          <a:xfrm>
            <a:off x="0" y="807489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No photo description available.">
            <a:extLst>
              <a:ext uri="{FF2B5EF4-FFF2-40B4-BE49-F238E27FC236}">
                <a16:creationId xmlns:a16="http://schemas.microsoft.com/office/drawing/2014/main" id="{E26C7887-00E9-4D34-80D8-4E6A83844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6" y="0"/>
            <a:ext cx="769870" cy="76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28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A5809-5FC1-4CBA-80B6-208794B6BAB7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2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826FC-2E46-467F-AFC5-8CE6E320F8B8}" type="datetime1">
              <a:rPr lang="en-US" smtClean="0"/>
              <a:t>8/5/2023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8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0353-4FA5-44DE-BFDA-723D1176DA1B}" type="datetime1">
              <a:rPr lang="en-US" smtClean="0"/>
              <a:t>8/5/2023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7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169-2236-4473-BF89-79353E1B981F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71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EF7C-36C4-4225-93A0-D910823E1750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7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AD111-713B-4138-9D96-7C5F916BCECF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1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EC3D-3613-45B6-A7A0-1BAE82D52CA4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1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3180-4973-456F-A1FB-262273C23109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2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841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2933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0D63-8F34-49D5-8AE8-B4D88EC95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2364262"/>
            <a:ext cx="7886700" cy="177937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4200" b="0">
                <a:solidFill>
                  <a:srgbClr val="C00000"/>
                </a:solidFill>
                <a:latin typeface="Lato Black" panose="020F0A02020204030203" pitchFamily="34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3" descr="Text&#10;&#10;Description automatically generated">
            <a:extLst>
              <a:ext uri="{FF2B5EF4-FFF2-40B4-BE49-F238E27FC236}">
                <a16:creationId xmlns:a16="http://schemas.microsoft.com/office/drawing/2014/main" id="{A9508D33-A340-4113-B719-47D69FBD03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41"/>
            <a:ext cx="2576374" cy="93621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D52D2AC-1BAF-4A4E-AB01-17B580006905}"/>
              </a:ext>
            </a:extLst>
          </p:cNvPr>
          <p:cNvSpPr txBox="1">
            <a:spLocks/>
          </p:cNvSpPr>
          <p:nvPr/>
        </p:nvSpPr>
        <p:spPr>
          <a:xfrm>
            <a:off x="628651" y="4006378"/>
            <a:ext cx="7886700" cy="15788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defRPr>
            </a:lvl1pPr>
          </a:lstStyle>
          <a:p>
            <a:endParaRPr lang="en-US" sz="3000" b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D25624-09E1-4026-8475-7A6A3D14EF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1923" y="4237510"/>
            <a:ext cx="6549081" cy="565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C00000"/>
                </a:solidFill>
                <a:latin typeface="+mj-lt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2342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Lato" panose="020F0502020204030203" pitchFamily="34" charset="0"/>
              </a:defRPr>
            </a:lvl1pPr>
          </a:lstStyle>
          <a:p>
            <a:fld id="{9A2D9366-405A-4562-91CD-04DE1A21DC2B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2"/>
            <a:ext cx="8673846" cy="581025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52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40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6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32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32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DD6B5-F542-405C-90AF-D00312D78C76}"/>
              </a:ext>
            </a:extLst>
          </p:cNvPr>
          <p:cNvSpPr/>
          <p:nvPr/>
        </p:nvSpPr>
        <p:spPr>
          <a:xfrm>
            <a:off x="517396" y="6309320"/>
            <a:ext cx="2392881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E0D151-6720-4FE9-AD91-713AC2B306A0}"/>
              </a:ext>
            </a:extLst>
          </p:cNvPr>
          <p:cNvCxnSpPr>
            <a:cxnSpLocks/>
          </p:cNvCxnSpPr>
          <p:nvPr/>
        </p:nvCxnSpPr>
        <p:spPr>
          <a:xfrm flipH="1">
            <a:off x="628650" y="6500957"/>
            <a:ext cx="8296134" cy="0"/>
          </a:xfrm>
          <a:prstGeom prst="line">
            <a:avLst/>
          </a:prstGeom>
          <a:ln w="38100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007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5106A0C-F78E-4A30-A493-C24E40C3D887}" type="datetime1">
              <a:rPr lang="en-US" smtClean="0"/>
              <a:t>8/5/2023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78618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2940416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7AB2AEF9-FA73-45D3-A2A8-FFD412A9A334}" type="datetime1">
              <a:rPr lang="en-US" smtClean="0"/>
              <a:t>8/5/2023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78618"/>
            <a:ext cx="8673846" cy="45173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bg1"/>
                </a:solidFill>
                <a:latin typeface="Lato Black" panose="020F0A02020204030203" pitchFamily="34" charset="0"/>
                <a:ea typeface="Lato Black" panose="020F0A02020204030203" pitchFamily="34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764704"/>
            <a:ext cx="8674100" cy="547260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8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4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0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20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4325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20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2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BE8CC94-07AB-4E9B-BA47-80F6C8E9C11D}" type="datetime1">
              <a:rPr lang="en-US" smtClean="0"/>
              <a:t>8/5/2023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43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78618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BBA0DD0-038A-4CF0-BDA5-2C3812AD21F9}" type="datetime1">
              <a:rPr lang="en-US" smtClean="0"/>
              <a:t>8/5/2023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53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7512BDAF-06B2-4B2A-B1BA-6DD1B16FD0CD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489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3179-DF91-4A59-892A-7DE41EEF2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F0103-487E-421A-9B10-6ECECE88C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9" indent="0" algn="ctr">
              <a:buNone/>
              <a:defRPr sz="1500"/>
            </a:lvl2pPr>
            <a:lvl3pPr marL="685817" indent="0" algn="ctr">
              <a:buNone/>
              <a:defRPr sz="1350"/>
            </a:lvl3pPr>
            <a:lvl4pPr marL="1028726" indent="0" algn="ctr">
              <a:buNone/>
              <a:defRPr sz="1200"/>
            </a:lvl4pPr>
            <a:lvl5pPr marL="1371634" indent="0" algn="ctr">
              <a:buNone/>
              <a:defRPr sz="1200"/>
            </a:lvl5pPr>
            <a:lvl6pPr marL="1714543" indent="0" algn="ctr">
              <a:buNone/>
              <a:defRPr sz="1200"/>
            </a:lvl6pPr>
            <a:lvl7pPr marL="2057451" indent="0" algn="ctr">
              <a:buNone/>
              <a:defRPr sz="1200"/>
            </a:lvl7pPr>
            <a:lvl8pPr marL="2400360" indent="0" algn="ctr">
              <a:buNone/>
              <a:defRPr sz="1200"/>
            </a:lvl8pPr>
            <a:lvl9pPr marL="2743269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60598-E94A-4AED-9C3B-46BB46AE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D5-4F51-457C-A6E3-698ADD65451E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EFE59-1CEF-47F9-A3AA-A7233F2E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A4C7B-68E0-472E-A873-827A0D6D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9C4-8563-484E-8289-CC77FCC48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255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1881"/>
            <a:ext cx="8458200" cy="5770935"/>
          </a:xfrm>
        </p:spPr>
        <p:txBody>
          <a:bodyPr/>
          <a:lstStyle>
            <a:lvl1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2pPr>
            <a:lvl3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3pPr>
            <a:lvl4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4pPr>
            <a:lvl5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259BDE9-B328-4B8C-B28B-6D0CA72B36BF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6051" y="6570791"/>
            <a:ext cx="37719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176960" y="1"/>
            <a:ext cx="7967040" cy="666874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bg1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1015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3630-065D-4764-AA4D-0261FDF19441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59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0B48-737F-437B-8729-3366884E8B4C}" type="datetime1">
              <a:rPr lang="en-US" smtClean="0"/>
              <a:t>8/5/2023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161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44F7-77FB-46E6-B339-8125B572B75E}" type="datetime1">
              <a:rPr lang="en-US" smtClean="0"/>
              <a:t>8/5/2023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16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4938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-11738"/>
            <a:ext cx="9144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476" y="1049562"/>
            <a:ext cx="8229181" cy="3550578"/>
          </a:xfrm>
        </p:spPr>
        <p:txBody>
          <a:bodyPr anchor="ctr"/>
          <a:lstStyle>
            <a:lvl1pPr algn="ctr">
              <a:defRPr sz="4500" b="1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476" y="4744718"/>
            <a:ext cx="8229181" cy="175308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 marL="342909" indent="0" algn="ctr">
              <a:buNone/>
              <a:defRPr sz="1500"/>
            </a:lvl2pPr>
            <a:lvl3pPr marL="685817" indent="0" algn="ctr">
              <a:buNone/>
              <a:defRPr sz="1350"/>
            </a:lvl3pPr>
            <a:lvl4pPr marL="1028726" indent="0" algn="ctr">
              <a:buNone/>
              <a:defRPr sz="1200"/>
            </a:lvl4pPr>
            <a:lvl5pPr marL="1371634" indent="0" algn="ctr">
              <a:buNone/>
              <a:defRPr sz="1200"/>
            </a:lvl5pPr>
            <a:lvl6pPr marL="1714543" indent="0" algn="ctr">
              <a:buNone/>
              <a:defRPr sz="1200"/>
            </a:lvl6pPr>
            <a:lvl7pPr marL="2057451" indent="0" algn="ctr">
              <a:buNone/>
              <a:defRPr sz="1200"/>
            </a:lvl7pPr>
            <a:lvl8pPr marL="2400360" indent="0" algn="ctr">
              <a:buNone/>
              <a:defRPr sz="1200"/>
            </a:lvl8pPr>
            <a:lvl9pPr marL="2743269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0" y="97727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cxnSpLocks/>
          </p:cNvCxnSpPr>
          <p:nvPr/>
        </p:nvCxnSpPr>
        <p:spPr>
          <a:xfrm>
            <a:off x="0" y="467242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Viện Điện">
            <a:extLst>
              <a:ext uri="{FF2B5EF4-FFF2-40B4-BE49-F238E27FC236}">
                <a16:creationId xmlns:a16="http://schemas.microsoft.com/office/drawing/2014/main" id="{37261768-3EFD-4D77-8B66-07DB83A44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738"/>
            <a:ext cx="9144000" cy="98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4149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1881"/>
            <a:ext cx="8458200" cy="5770935"/>
          </a:xfrm>
        </p:spPr>
        <p:txBody>
          <a:bodyPr/>
          <a:lstStyle>
            <a:lvl1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2pPr>
            <a:lvl3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3pPr>
            <a:lvl4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4pPr>
            <a:lvl5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91"/>
            <a:ext cx="9144000" cy="287215"/>
          </a:xfrm>
          <a:prstGeom prst="rect">
            <a:avLst/>
          </a:prstGeom>
          <a:gradFill>
            <a:gsLst>
              <a:gs pos="50000">
                <a:srgbClr val="C00000"/>
              </a:gs>
              <a:gs pos="0">
                <a:srgbClr val="5C0000"/>
              </a:gs>
              <a:gs pos="100000">
                <a:srgbClr val="5C000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endParaRPr lang="en-US" sz="2700">
              <a:latin typeface="Asana" panose="02000603000000000000" pitchFamily="2" charset="0"/>
              <a:ea typeface="Asana" panose="02000603000000000000" pitchFamily="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0A3954E1-B11D-4FC6-826E-73A69963D5CF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6051" y="6570791"/>
            <a:ext cx="37719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4DB263-F578-4ADD-9AF0-19D468B08029}"/>
              </a:ext>
            </a:extLst>
          </p:cNvPr>
          <p:cNvGrpSpPr/>
          <p:nvPr/>
        </p:nvGrpSpPr>
        <p:grpSpPr>
          <a:xfrm>
            <a:off x="0" y="0"/>
            <a:ext cx="9144000" cy="666876"/>
            <a:chOff x="-2224194" y="662940"/>
            <a:chExt cx="16085332" cy="11350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10B6E0-E2A6-476D-B1BC-8AE08450F5AE}"/>
                </a:ext>
              </a:extLst>
            </p:cNvPr>
            <p:cNvSpPr/>
            <p:nvPr/>
          </p:nvSpPr>
          <p:spPr>
            <a:xfrm>
              <a:off x="-2224194" y="662940"/>
              <a:ext cx="16085332" cy="1135082"/>
            </a:xfrm>
            <a:prstGeom prst="rect">
              <a:avLst/>
            </a:prstGeom>
            <a:gradFill flip="none" rotWithShape="1">
              <a:gsLst>
                <a:gs pos="55000">
                  <a:srgbClr val="990033"/>
                </a:gs>
                <a:gs pos="0">
                  <a:srgbClr val="C00000"/>
                </a:gs>
                <a:gs pos="100000">
                  <a:srgbClr val="5C0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Pentagon 34">
              <a:extLst>
                <a:ext uri="{FF2B5EF4-FFF2-40B4-BE49-F238E27FC236}">
                  <a16:creationId xmlns:a16="http://schemas.microsoft.com/office/drawing/2014/main" id="{649778FA-9C2C-4886-873D-B9513BA64AC8}"/>
                </a:ext>
              </a:extLst>
            </p:cNvPr>
            <p:cNvSpPr/>
            <p:nvPr/>
          </p:nvSpPr>
          <p:spPr>
            <a:xfrm>
              <a:off x="-2224190" y="662940"/>
              <a:ext cx="1905999" cy="1135082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0" y="704850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176960" y="1"/>
            <a:ext cx="7967040" cy="666874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bg1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4" name="Picture 2" descr="No photo description available.">
            <a:extLst>
              <a:ext uri="{FF2B5EF4-FFF2-40B4-BE49-F238E27FC236}">
                <a16:creationId xmlns:a16="http://schemas.microsoft.com/office/drawing/2014/main" id="{0B84D07F-719F-405C-A66A-0DEA4705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" y="-9061"/>
            <a:ext cx="806917" cy="8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72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601CAC-03B9-4BEE-BF89-E8994272CD0B}"/>
              </a:ext>
            </a:extLst>
          </p:cNvPr>
          <p:cNvSpPr/>
          <p:nvPr/>
        </p:nvSpPr>
        <p:spPr>
          <a:xfrm>
            <a:off x="-1" y="0"/>
            <a:ext cx="9144001" cy="769870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51000">
                <a:srgbClr val="990033"/>
              </a:gs>
              <a:gs pos="100000">
                <a:srgbClr val="5C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6753B3-8616-45EA-88C5-C4040828778A}"/>
              </a:ext>
            </a:extLst>
          </p:cNvPr>
          <p:cNvGrpSpPr/>
          <p:nvPr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DC59BA-E9B8-41DF-A1E9-6078B3204C06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5E758D-CCD0-451D-804D-2C41B434C9BA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89DD0E9-C986-4720-9055-3772E66D9F24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18BF1DB-28B3-422B-AE3E-751A065E7DC7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695C9C-5703-4A2A-8E9E-ABBCBACC18C5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B06F64-445A-4DB1-B9DE-EE4C6F70E8A4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05F5A12-FEE8-4142-8364-55764D779A4D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F9FE61-6F15-4537-A14F-3B835260A9B7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45C53D-9AA2-445E-9583-DC10E604DA33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3F849E-BAA4-46D3-B3DF-AB9FE4733F46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59B068-C409-40A9-98DA-12E409966E98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A30184B-6503-4500-B299-BFB88AD390EA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C9B6A7-2414-468E-B642-0A76B85B146C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A4A506-5A31-4641-9203-57EB128D6A11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2E0179-A485-4922-8E16-70297F288B94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1470294-BE52-4288-98D5-1794E01823A4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5F4160D-0EB8-4CB6-8412-2AE0EDB2189A}"/>
                </a:ext>
              </a:extLst>
            </p:cNvPr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22B2A1D-D7B9-4423-8507-D8DFF2B74D07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6FD677-2782-45CF-8FF9-80869A8C11E4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026DD0A-8DDF-4C0D-984F-4B1725D5F209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B9DC1BC-99D2-45DB-BBDE-D2B624C825F8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DAFC11C-A1E3-4B87-9571-C59830ABFBCC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EC8C003-C0D5-4AB5-A331-482C86F5DC1E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9389985-F167-4D21-BF9A-3DB49711CA8A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815240C5-766D-484E-8761-8F69F33E441E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8D700EDF-C466-42E1-ADF7-B2D2EB278E36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BE1F8E54-7770-4888-A195-4EAD0BCFAB3D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823A30E9-989F-4063-8D16-685B7688582E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2FDF9B1-5B03-44A0-8168-66EDBCC5832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B9B98BB-8B7A-4D4A-9C98-98C3FCCB864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A9231D8-52C8-4DA1-B292-207325D1E09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990E9B9-60B6-49C9-82E3-D5F5848D151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891DED4-3589-4845-B1E5-91F7C5B862D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EA6C90-4610-42A5-B851-57E83C0A30A1}"/>
                </a:ext>
              </a:extLst>
            </p:cNvPr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466F00E-4B25-4399-B79B-7D38441F8EF9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36DD2F3-4DE7-454F-9591-C70043244D70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DE278B-E86A-4102-B1DE-805B2F04B4CF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2900731-59D9-4E8E-9863-F834C90C4D49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F4C4C7F-B14D-4107-A8B3-5B130970C030}"/>
                  </a:ext>
                </a:extLst>
              </p:cNvPr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BCBFB09-F076-4EAE-B828-9110D3A35330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244A454-38CF-49C8-AB3B-F65473389328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5ECDC3B-B51C-497F-B007-2B54AB949F3D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CE3A622-0DAE-464D-8662-BFB85ED01057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B78F5001-C16E-40FC-B408-8FBD83AA09B7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3FD5AF6-6155-44A2-A21C-4095F88773A5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257EE55-AABB-49A7-A9D1-0BE4826A58C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9827082-056F-45D1-9C61-7B4276346A1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B1A129C-D707-48CF-BFFD-632EECFE28D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F53A266-522A-43AB-A7BF-6497864D0B5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0CF6BF0-EAE2-46F0-85B5-9C35DD86921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5"/>
            <a:ext cx="7886700" cy="2852737"/>
          </a:xfrm>
        </p:spPr>
        <p:txBody>
          <a:bodyPr anchor="b"/>
          <a:lstStyle>
            <a:lvl1pPr algn="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70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1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4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6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entagon 12">
            <a:extLst>
              <a:ext uri="{FF2B5EF4-FFF2-40B4-BE49-F238E27FC236}">
                <a16:creationId xmlns:a16="http://schemas.microsoft.com/office/drawing/2014/main" id="{1A5726DB-7AF7-49E1-A7CF-AD38678A1731}"/>
              </a:ext>
            </a:extLst>
          </p:cNvPr>
          <p:cNvSpPr/>
          <p:nvPr/>
        </p:nvSpPr>
        <p:spPr>
          <a:xfrm>
            <a:off x="3" y="544"/>
            <a:ext cx="1290178" cy="769326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D5957A-A976-42D9-B951-F11815A0F70D}"/>
              </a:ext>
            </a:extLst>
          </p:cNvPr>
          <p:cNvCxnSpPr>
            <a:cxnSpLocks/>
          </p:cNvCxnSpPr>
          <p:nvPr/>
        </p:nvCxnSpPr>
        <p:spPr>
          <a:xfrm>
            <a:off x="0" y="807489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No photo description available.">
            <a:extLst>
              <a:ext uri="{FF2B5EF4-FFF2-40B4-BE49-F238E27FC236}">
                <a16:creationId xmlns:a16="http://schemas.microsoft.com/office/drawing/2014/main" id="{E26C7887-00E9-4D34-80D8-4E6A83844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6" y="0"/>
            <a:ext cx="769870" cy="76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765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F3A2-65E8-4EB6-9936-19C72F98D529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298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8FC3-040A-4759-8343-93BCC18293F4}" type="datetime1">
              <a:rPr lang="en-US" smtClean="0"/>
              <a:t>8/5/2023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221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A7140-249C-4183-9DC3-8DFB3A211624}" type="datetime1">
              <a:rPr lang="en-US" smtClean="0"/>
              <a:t>8/5/2023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267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F786-3F3A-40CB-99C8-FE0C9C7560A9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939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1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32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1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9" indent="0">
              <a:buNone/>
              <a:defRPr sz="1050"/>
            </a:lvl2pPr>
            <a:lvl3pPr marL="685817" indent="0">
              <a:buNone/>
              <a:defRPr sz="900"/>
            </a:lvl3pPr>
            <a:lvl4pPr marL="1028726" indent="0">
              <a:buNone/>
              <a:defRPr sz="750"/>
            </a:lvl4pPr>
            <a:lvl5pPr marL="1371634" indent="0">
              <a:buNone/>
              <a:defRPr sz="750"/>
            </a:lvl5pPr>
            <a:lvl6pPr marL="1714543" indent="0">
              <a:buNone/>
              <a:defRPr sz="750"/>
            </a:lvl6pPr>
            <a:lvl7pPr marL="2057451" indent="0">
              <a:buNone/>
              <a:defRPr sz="750"/>
            </a:lvl7pPr>
            <a:lvl8pPr marL="2400360" indent="0">
              <a:buNone/>
              <a:defRPr sz="750"/>
            </a:lvl8pPr>
            <a:lvl9pPr marL="2743269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ECC8-6275-473E-B820-941734D3A17F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0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1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32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9" indent="0">
              <a:buNone/>
              <a:defRPr sz="2100"/>
            </a:lvl2pPr>
            <a:lvl3pPr marL="685817" indent="0">
              <a:buNone/>
              <a:defRPr sz="1800"/>
            </a:lvl3pPr>
            <a:lvl4pPr marL="1028726" indent="0">
              <a:buNone/>
              <a:defRPr sz="1500"/>
            </a:lvl4pPr>
            <a:lvl5pPr marL="1371634" indent="0">
              <a:buNone/>
              <a:defRPr sz="1500"/>
            </a:lvl5pPr>
            <a:lvl6pPr marL="1714543" indent="0">
              <a:buNone/>
              <a:defRPr sz="1500"/>
            </a:lvl6pPr>
            <a:lvl7pPr marL="2057451" indent="0">
              <a:buNone/>
              <a:defRPr sz="1500"/>
            </a:lvl7pPr>
            <a:lvl8pPr marL="2400360" indent="0">
              <a:buNone/>
              <a:defRPr sz="1500"/>
            </a:lvl8pPr>
            <a:lvl9pPr marL="2743269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1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9" indent="0">
              <a:buNone/>
              <a:defRPr sz="1050"/>
            </a:lvl2pPr>
            <a:lvl3pPr marL="685817" indent="0">
              <a:buNone/>
              <a:defRPr sz="900"/>
            </a:lvl3pPr>
            <a:lvl4pPr marL="1028726" indent="0">
              <a:buNone/>
              <a:defRPr sz="750"/>
            </a:lvl4pPr>
            <a:lvl5pPr marL="1371634" indent="0">
              <a:buNone/>
              <a:defRPr sz="750"/>
            </a:lvl5pPr>
            <a:lvl6pPr marL="1714543" indent="0">
              <a:buNone/>
              <a:defRPr sz="750"/>
            </a:lvl6pPr>
            <a:lvl7pPr marL="2057451" indent="0">
              <a:buNone/>
              <a:defRPr sz="750"/>
            </a:lvl7pPr>
            <a:lvl8pPr marL="2400360" indent="0">
              <a:buNone/>
              <a:defRPr sz="750"/>
            </a:lvl8pPr>
            <a:lvl9pPr marL="2743269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C2684-28C9-4C89-B6E1-03769B8C58BE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275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5080-719E-4FF4-A1A0-4D65E436316C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70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4D3E-171F-4D69-8568-8DBB5C4A6F36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5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096FC665-D880-499A-A062-7537D42A53E8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0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32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hf hdr="0" ftr="0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5" indent="-171455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2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8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5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44A830A0-1633-4E30-B95B-01B14B03931B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0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ftr="0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171455" indent="-171455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51436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857272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200180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1543089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1885998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5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13" Type="http://schemas.openxmlformats.org/officeDocument/2006/relationships/image" Target="../media/image331.png"/><Relationship Id="rId3" Type="http://schemas.openxmlformats.org/officeDocument/2006/relationships/image" Target="../media/image321.png"/><Relationship Id="rId7" Type="http://schemas.openxmlformats.org/officeDocument/2006/relationships/image" Target="../media/image325.png"/><Relationship Id="rId12" Type="http://schemas.openxmlformats.org/officeDocument/2006/relationships/image" Target="../media/image330.png"/><Relationship Id="rId17" Type="http://schemas.openxmlformats.org/officeDocument/2006/relationships/image" Target="../media/image17.png"/><Relationship Id="rId2" Type="http://schemas.openxmlformats.org/officeDocument/2006/relationships/image" Target="../media/image16.png"/><Relationship Id="rId16" Type="http://schemas.openxmlformats.org/officeDocument/2006/relationships/image" Target="../media/image33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4.png"/><Relationship Id="rId11" Type="http://schemas.openxmlformats.org/officeDocument/2006/relationships/image" Target="../media/image329.png"/><Relationship Id="rId5" Type="http://schemas.openxmlformats.org/officeDocument/2006/relationships/image" Target="../media/image323.png"/><Relationship Id="rId15" Type="http://schemas.openxmlformats.org/officeDocument/2006/relationships/image" Target="../media/image333.png"/><Relationship Id="rId10" Type="http://schemas.openxmlformats.org/officeDocument/2006/relationships/image" Target="../media/image328.png"/><Relationship Id="rId4" Type="http://schemas.openxmlformats.org/officeDocument/2006/relationships/image" Target="../media/image322.png"/><Relationship Id="rId9" Type="http://schemas.openxmlformats.org/officeDocument/2006/relationships/image" Target="../media/image327.png"/><Relationship Id="rId14" Type="http://schemas.openxmlformats.org/officeDocument/2006/relationships/image" Target="../media/image3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AF4C-30C3-491D-A44E-5E405180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>
                <a:latin typeface="+mj-lt"/>
              </a:rPr>
              <a:t>EE4332 </a:t>
            </a:r>
            <a:r>
              <a:rPr lang="en-US" sz="5400">
                <a:latin typeface="Lato Black" panose="020F0A02020204030203" pitchFamily="34" charset="0"/>
                <a:cs typeface="Lato Black" panose="020F0A02020204030203" pitchFamily="34" charset="0"/>
              </a:rPr>
              <a:t>Design of Electrical  Drive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B4B86-5171-4507-AD36-CC897924B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1923" y="4237509"/>
            <a:ext cx="6549081" cy="1316623"/>
          </a:xfrm>
        </p:spPr>
        <p:txBody>
          <a:bodyPr/>
          <a:lstStyle/>
          <a:p>
            <a:r>
              <a:rPr lang="en-US">
                <a:latin typeface="+mj-lt"/>
              </a:rPr>
              <a:t>Dr. Duy-Dinh Nguyen</a:t>
            </a:r>
          </a:p>
          <a:p>
            <a:r>
              <a:rPr lang="en-US">
                <a:latin typeface="+mj-lt"/>
              </a:rPr>
              <a:t>FAE, School of EEE</a:t>
            </a:r>
          </a:p>
        </p:txBody>
      </p:sp>
    </p:spTree>
    <p:extLst>
      <p:ext uri="{BB962C8B-B14F-4D97-AF65-F5344CB8AC3E}">
        <p14:creationId xmlns:p14="http://schemas.microsoft.com/office/powerpoint/2010/main" val="116223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/>
              <a:t>Contents (</a:t>
            </a:r>
            <a:r>
              <a:rPr lang="en-US" sz="2800" err="1"/>
              <a:t>Nội</a:t>
            </a:r>
            <a:r>
              <a:rPr lang="en-US" sz="2800"/>
              <a:t> dung </a:t>
            </a:r>
            <a:r>
              <a:rPr lang="en-US" sz="2800" err="1"/>
              <a:t>chính</a:t>
            </a:r>
            <a:r>
              <a:rPr lang="en-US" sz="2800"/>
              <a:t>):			        16 </a:t>
            </a:r>
            <a:r>
              <a:rPr lang="en-US" sz="2800" err="1"/>
              <a:t>wks</a:t>
            </a:r>
            <a:endParaRPr lang="en-US" sz="2800"/>
          </a:p>
          <a:p>
            <a:pPr lvl="1"/>
            <a:r>
              <a:rPr lang="en-US" sz="2400"/>
              <a:t>General introduction and definition			2 </a:t>
            </a:r>
            <a:r>
              <a:rPr lang="en-US" sz="2400" err="1"/>
              <a:t>wk</a:t>
            </a:r>
            <a:endParaRPr lang="en-US" sz="2400"/>
          </a:p>
          <a:p>
            <a:pPr marL="342908" lvl="1" indent="0">
              <a:buNone/>
            </a:pPr>
            <a:r>
              <a:rPr lang="en-US" sz="2400"/>
              <a:t>(</a:t>
            </a:r>
            <a:r>
              <a:rPr lang="en-US" sz="2400" err="1"/>
              <a:t>Những</a:t>
            </a:r>
            <a:r>
              <a:rPr lang="en-US" sz="2400"/>
              <a:t> </a:t>
            </a:r>
            <a:r>
              <a:rPr lang="en-US" sz="2400" err="1"/>
              <a:t>vấn</a:t>
            </a:r>
            <a:r>
              <a:rPr lang="en-US" sz="2400"/>
              <a:t> đề chung </a:t>
            </a:r>
            <a:r>
              <a:rPr lang="en-US" sz="2400" err="1"/>
              <a:t>và</a:t>
            </a:r>
            <a:r>
              <a:rPr lang="en-US" sz="2400"/>
              <a:t> </a:t>
            </a:r>
            <a:r>
              <a:rPr lang="en-US" sz="2400" err="1"/>
              <a:t>khái</a:t>
            </a:r>
            <a:r>
              <a:rPr lang="en-US" sz="2400"/>
              <a:t> </a:t>
            </a:r>
            <a:r>
              <a:rPr lang="en-US" sz="2400" err="1"/>
              <a:t>niệm</a:t>
            </a:r>
            <a:r>
              <a:rPr lang="en-US" sz="2400"/>
              <a:t>)</a:t>
            </a:r>
          </a:p>
          <a:p>
            <a:pPr lvl="1"/>
            <a:r>
              <a:rPr lang="en-US" sz="2400"/>
              <a:t>Drive system for Elevators					4 </a:t>
            </a:r>
            <a:r>
              <a:rPr lang="en-US" sz="2400" err="1"/>
              <a:t>wks</a:t>
            </a:r>
            <a:endParaRPr lang="en-US" sz="2400"/>
          </a:p>
          <a:p>
            <a:pPr marL="342908" lvl="1" indent="0">
              <a:buNone/>
            </a:pPr>
            <a:r>
              <a:rPr lang="en-US" sz="2400"/>
              <a:t>(</a:t>
            </a:r>
            <a:r>
              <a:rPr lang="en-US" sz="2400" err="1"/>
              <a:t>Truyền</a:t>
            </a:r>
            <a:r>
              <a:rPr lang="en-US" sz="2400"/>
              <a:t> </a:t>
            </a:r>
            <a:r>
              <a:rPr lang="en-US" sz="2400" err="1"/>
              <a:t>động</a:t>
            </a:r>
            <a:r>
              <a:rPr lang="en-US" sz="2400"/>
              <a:t> </a:t>
            </a:r>
            <a:r>
              <a:rPr lang="en-US" sz="2400" err="1"/>
              <a:t>điện</a:t>
            </a:r>
            <a:r>
              <a:rPr lang="en-US" sz="2400"/>
              <a:t> thang máy)</a:t>
            </a:r>
          </a:p>
          <a:p>
            <a:pPr lvl="1"/>
            <a:r>
              <a:rPr lang="en-US" sz="2400"/>
              <a:t>Drive system for Electric Scooters			2 </a:t>
            </a:r>
            <a:r>
              <a:rPr lang="en-US" sz="2400" err="1"/>
              <a:t>wks</a:t>
            </a:r>
            <a:endParaRPr lang="en-US" sz="2400"/>
          </a:p>
          <a:p>
            <a:pPr marL="342908" lvl="1" indent="0">
              <a:buNone/>
            </a:pPr>
            <a:r>
              <a:rPr lang="en-US" sz="2400"/>
              <a:t>(</a:t>
            </a:r>
            <a:r>
              <a:rPr lang="en-US" sz="2400" err="1"/>
              <a:t>Truyền</a:t>
            </a:r>
            <a:r>
              <a:rPr lang="en-US" sz="2400"/>
              <a:t> </a:t>
            </a:r>
            <a:r>
              <a:rPr lang="en-US" sz="2400" err="1"/>
              <a:t>động</a:t>
            </a:r>
            <a:r>
              <a:rPr lang="en-US" sz="2400"/>
              <a:t> </a:t>
            </a:r>
            <a:r>
              <a:rPr lang="en-US" sz="2400" err="1"/>
              <a:t>điện</a:t>
            </a:r>
            <a:r>
              <a:rPr lang="en-US" sz="2400"/>
              <a:t> Xe máy điện)</a:t>
            </a:r>
          </a:p>
          <a:p>
            <a:pPr lvl="1"/>
            <a:r>
              <a:rPr lang="en-US" sz="2400"/>
              <a:t>Drive system for Electric Cars				2 wks</a:t>
            </a:r>
          </a:p>
          <a:p>
            <a:pPr marL="342908" lvl="1" indent="0">
              <a:buNone/>
            </a:pPr>
            <a:r>
              <a:rPr lang="en-US" sz="2400"/>
              <a:t>(Truyền động điện Ô tô điện)</a:t>
            </a:r>
          </a:p>
          <a:p>
            <a:pPr lvl="1"/>
            <a:r>
              <a:rPr lang="en-US" sz="2400"/>
              <a:t>Drive system for Weigh Feeder				2 wks</a:t>
            </a:r>
          </a:p>
          <a:p>
            <a:pPr marL="342908" lvl="1" indent="0">
              <a:buNone/>
            </a:pPr>
            <a:r>
              <a:rPr lang="en-US" sz="2400"/>
              <a:t>(Truyền động điện cân băng định lượng)</a:t>
            </a:r>
          </a:p>
          <a:p>
            <a:pPr lvl="1"/>
            <a:r>
              <a:rPr lang="en-US" sz="2400"/>
              <a:t>Drive system for Cranes					2 wks</a:t>
            </a:r>
          </a:p>
          <a:p>
            <a:pPr marL="342908" lvl="1" indent="0">
              <a:buNone/>
            </a:pPr>
            <a:r>
              <a:rPr lang="en-US" sz="2400"/>
              <a:t>(Truyền động điện Cầu trục)</a:t>
            </a:r>
          </a:p>
          <a:p>
            <a:pPr lvl="1"/>
            <a:r>
              <a:rPr lang="en-US" sz="2400"/>
              <a:t>Drive system for Pumb Station				2 wks</a:t>
            </a:r>
          </a:p>
          <a:p>
            <a:pPr marL="342908" lvl="1" indent="0">
              <a:buNone/>
            </a:pPr>
            <a:r>
              <a:rPr lang="en-US" sz="2400"/>
              <a:t>(Truyền động điện Trạm bơm)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747B4-02A3-473F-89B6-E7E6B12E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D4A33-6723-4AC4-AE43-A42CD3D14906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EAAE0-63CD-4EE1-B54E-A489FBFD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3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AF4C-30C3-491D-A44E-5E405180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LECTURE 2-2</a:t>
            </a:r>
            <a:br>
              <a:rPr lang="en-US"/>
            </a:br>
            <a:r>
              <a:rPr lang="en-US" sz="4400"/>
              <a:t>AC Motor drives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B4B86-5171-4507-AD36-CC897924B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Dr. Duy-Dinh Nguyen</a:t>
            </a:r>
          </a:p>
          <a:p>
            <a:r>
              <a:rPr lang="en-US">
                <a:latin typeface="+mj-lt"/>
              </a:rPr>
              <a:t>FAE, School of EEE</a:t>
            </a:r>
          </a:p>
        </p:txBody>
      </p:sp>
    </p:spTree>
    <p:extLst>
      <p:ext uri="{BB962C8B-B14F-4D97-AF65-F5344CB8AC3E}">
        <p14:creationId xmlns:p14="http://schemas.microsoft.com/office/powerpoint/2010/main" val="371529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800"/>
              <a:t> Các bước thiết kế</a:t>
            </a:r>
          </a:p>
          <a:p>
            <a:pPr>
              <a:spcBef>
                <a:spcPts val="1200"/>
              </a:spcBef>
            </a:pPr>
            <a:r>
              <a:rPr lang="en-US" sz="2800"/>
              <a:t> Tính chọn hệ truyền động</a:t>
            </a:r>
          </a:p>
          <a:p>
            <a:pPr>
              <a:spcBef>
                <a:spcPts val="1200"/>
              </a:spcBef>
            </a:pPr>
            <a:r>
              <a:rPr lang="en-US" sz="2800"/>
              <a:t> Thiết kế điều khiển</a:t>
            </a:r>
          </a:p>
          <a:p>
            <a:pPr>
              <a:spcBef>
                <a:spcPts val="1200"/>
              </a:spcBef>
            </a:pPr>
            <a:r>
              <a:rPr lang="en-US" sz="2800"/>
              <a:t> Mạch vòng dòng điện</a:t>
            </a:r>
          </a:p>
          <a:p>
            <a:pPr>
              <a:spcBef>
                <a:spcPts val="1200"/>
              </a:spcBef>
            </a:pPr>
            <a:r>
              <a:rPr lang="en-US" sz="2800"/>
              <a:t> Mạch vòng tốc độ</a:t>
            </a:r>
          </a:p>
          <a:p>
            <a:pPr>
              <a:spcBef>
                <a:spcPts val="1200"/>
              </a:spcBef>
            </a:pPr>
            <a:r>
              <a:rPr lang="en-US" sz="2800"/>
              <a:t> Mô phỏng MATLAB &amp; Simulink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9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pPr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atin typeface="Lato Black" panose="020F0A02020204030203" pitchFamily="34" charset="0"/>
                <a:cs typeface="Lato Black" panose="020F0A02020204030203" pitchFamily="34" charset="0"/>
              </a:rPr>
              <a:t>Hệ biến tần động cơ không đồng bộ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764704"/>
            <a:ext cx="8674100" cy="3494029"/>
          </a:xfrm>
        </p:spPr>
        <p:txBody>
          <a:bodyPr/>
          <a:lstStyle/>
          <a:p>
            <a:pPr marL="400050" lvl="2" indent="-400050"/>
            <a:r>
              <a:rPr lang="en-US" sz="3200"/>
              <a:t>Phương pháp điều khiển U/f? FOC? DTC?</a:t>
            </a:r>
          </a:p>
          <a:p>
            <a:pPr marL="400050" lvl="2" indent="-400050"/>
            <a:r>
              <a:rPr lang="en-US" sz="3200"/>
              <a:t>Hãng sản xuất động cơ?</a:t>
            </a:r>
          </a:p>
          <a:p>
            <a:pPr marL="400050" lvl="2" indent="-400050"/>
            <a:r>
              <a:rPr lang="en-US" sz="3200"/>
              <a:t>Hãng sản xuất biến tần?</a:t>
            </a:r>
          </a:p>
          <a:p>
            <a:pPr marL="400050" lvl="2" indent="-400050"/>
            <a:r>
              <a:rPr lang="en-US" sz="3200"/>
              <a:t>Cảm biến đo dòng, áp, tốc độ?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5CFA4-50CA-4821-800A-AA05B3EC01BA}"/>
              </a:ext>
            </a:extLst>
          </p:cNvPr>
          <p:cNvSpPr txBox="1"/>
          <p:nvPr/>
        </p:nvSpPr>
        <p:spPr>
          <a:xfrm>
            <a:off x="1699683" y="6471659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Sơ đồ điều khiển FOC – IM trực tiếp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3811FD-CD31-36D7-E9B3-5EF8B31280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33" r="-1"/>
          <a:stretch/>
        </p:blipFill>
        <p:spPr>
          <a:xfrm>
            <a:off x="-19776" y="2963046"/>
            <a:ext cx="9152480" cy="321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7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DB2A7-6CFA-C9D0-806C-FA56D158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AEF9-FA73-45D3-A2A8-FFD412A9A334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BE2422-0435-6900-5643-0358FC51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460C7-96B6-4F26-E05A-52C06A97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Nguyên lý điều khiển FOC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DF00A-F501-25DC-D5EC-56AA7EABDA3A}"/>
              </a:ext>
            </a:extLst>
          </p:cNvPr>
          <p:cNvSpPr txBox="1"/>
          <p:nvPr/>
        </p:nvSpPr>
        <p:spPr>
          <a:xfrm>
            <a:off x="1504950" y="6582702"/>
            <a:ext cx="6791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[1] Quang, N.P. and Dittrich, J.A., 2008. </a:t>
            </a:r>
            <a:r>
              <a:rPr lang="en-US" sz="800" b="0" i="1">
                <a:solidFill>
                  <a:srgbClr val="222222"/>
                </a:solidFill>
                <a:effectLst/>
                <a:latin typeface="+mj-lt"/>
              </a:rPr>
              <a:t>Vector control of three-phase AC machines</a:t>
            </a:r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 (Vol. 2). Heidelberg: springer.</a:t>
            </a:r>
            <a:endParaRPr lang="en-US" sz="80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49CFD688-1CFD-4483-1B62-03D3460EEE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761878"/>
                <a:ext cx="8629650" cy="5770935"/>
              </a:xfrm>
              <a:prstGeom prst="rect">
                <a:avLst/>
              </a:prstGeom>
            </p:spPr>
            <p:txBody>
              <a:bodyPr/>
              <a:lstStyle>
                <a:lvl1pPr marL="171455" indent="-171455" algn="l" defTabSz="685817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63" indent="-171455" algn="l" defTabSz="685817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72" indent="-171455" algn="l" defTabSz="685817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80" indent="-171455" algn="l" defTabSz="685817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89" indent="-171455" algn="l" defTabSz="685817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98" indent="-171455" algn="l" defTabSz="685817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906" indent="-171455" algn="l" defTabSz="685817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815" indent="-171455" algn="l" defTabSz="685817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723" indent="-171455" algn="l" defTabSz="685817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3100">
                    <a:solidFill>
                      <a:srgbClr val="002060"/>
                    </a:solidFill>
                  </a:rPr>
                  <a:t>Ý tưởng: điều khiển độc lập từ thông và mômen </a:t>
                </a:r>
                <a:r>
                  <a:rPr lang="en-US" sz="3100">
                    <a:solidFill>
                      <a:srgbClr val="002060"/>
                    </a:solidFill>
                    <a:sym typeface="Wingdings" panose="05000000000000000000" pitchFamily="2" charset="2"/>
                  </a:rPr>
                  <a:t> giống động cơ một chiều kích từ độc lập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3200">
                    <a:solidFill>
                      <a:srgbClr val="002060"/>
                    </a:solidFill>
                  </a:rPr>
                  <a:t> Hệ tọa độ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𝛼𝛽</m:t>
                    </m:r>
                  </m:oMath>
                </a14:m>
                <a:endParaRPr lang="en-US" sz="3200">
                  <a:solidFill>
                    <a:srgbClr val="00206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3200">
                    <a:solidFill>
                      <a:srgbClr val="002060"/>
                    </a:solidFill>
                  </a:rPr>
                  <a:t> Hệ tọa độ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𝑑𝑞</m:t>
                    </m:r>
                  </m:oMath>
                </a14:m>
                <a:endParaRPr lang="en-US" sz="3200">
                  <a:solidFill>
                    <a:srgbClr val="00206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endParaRPr lang="en-US" sz="32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49CFD688-1CFD-4483-1B62-03D3460EE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61878"/>
                <a:ext cx="8629650" cy="5770935"/>
              </a:xfrm>
              <a:prstGeom prst="rect">
                <a:avLst/>
              </a:prstGeom>
              <a:blipFill>
                <a:blip r:embed="rId2"/>
                <a:stretch>
                  <a:fillRect l="-1625" t="-1373" r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73E04EE-E5D5-8983-336E-0E0C49C98020}"/>
              </a:ext>
            </a:extLst>
          </p:cNvPr>
          <p:cNvGrpSpPr/>
          <p:nvPr/>
        </p:nvGrpSpPr>
        <p:grpSpPr>
          <a:xfrm>
            <a:off x="4203700" y="1979663"/>
            <a:ext cx="5002449" cy="4379084"/>
            <a:chOff x="4203700" y="1979663"/>
            <a:chExt cx="5002449" cy="437908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A28361C-EC74-FA27-B486-DA127F3A7FC9}"/>
                </a:ext>
              </a:extLst>
            </p:cNvPr>
            <p:cNvCxnSpPr>
              <a:cxnSpLocks/>
            </p:cNvCxnSpPr>
            <p:nvPr/>
          </p:nvCxnSpPr>
          <p:spPr>
            <a:xfrm>
              <a:off x="6016379" y="4289516"/>
              <a:ext cx="2994271" cy="0"/>
            </a:xfrm>
            <a:prstGeom prst="straightConnector1">
              <a:avLst/>
            </a:prstGeom>
            <a:ln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3C0FC01-F15E-1641-DCB5-56F898F32C14}"/>
                </a:ext>
              </a:extLst>
            </p:cNvPr>
            <p:cNvGrpSpPr/>
            <p:nvPr/>
          </p:nvGrpSpPr>
          <p:grpSpPr>
            <a:xfrm>
              <a:off x="7055324" y="4074574"/>
              <a:ext cx="1237608" cy="434022"/>
              <a:chOff x="5253204" y="2030931"/>
              <a:chExt cx="1295317" cy="340794"/>
            </a:xfrm>
          </p:grpSpPr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1480CA3A-FE9B-123B-07FD-9F35E6599066}"/>
                  </a:ext>
                </a:extLst>
              </p:cNvPr>
              <p:cNvSpPr/>
              <p:nvPr/>
            </p:nvSpPr>
            <p:spPr>
              <a:xfrm>
                <a:off x="5579979" y="2030931"/>
                <a:ext cx="211221" cy="340794"/>
              </a:xfrm>
              <a:prstGeom prst="arc">
                <a:avLst>
                  <a:gd name="adj1" fmla="val 10936099"/>
                  <a:gd name="adj2" fmla="val 0"/>
                </a:avLst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Arc 68">
                <a:extLst>
                  <a:ext uri="{FF2B5EF4-FFF2-40B4-BE49-F238E27FC236}">
                    <a16:creationId xmlns:a16="http://schemas.microsoft.com/office/drawing/2014/main" id="{14E339C8-6536-A304-D284-DFF279BD32ED}"/>
                  </a:ext>
                </a:extLst>
              </p:cNvPr>
              <p:cNvSpPr/>
              <p:nvPr/>
            </p:nvSpPr>
            <p:spPr>
              <a:xfrm>
                <a:off x="5791200" y="2030931"/>
                <a:ext cx="211221" cy="340794"/>
              </a:xfrm>
              <a:prstGeom prst="arc">
                <a:avLst>
                  <a:gd name="adj1" fmla="val 10936099"/>
                  <a:gd name="adj2" fmla="val 0"/>
                </a:avLst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93B1721E-EBF7-F619-8A41-5808429178F4}"/>
                  </a:ext>
                </a:extLst>
              </p:cNvPr>
              <p:cNvSpPr/>
              <p:nvPr/>
            </p:nvSpPr>
            <p:spPr>
              <a:xfrm>
                <a:off x="6002421" y="2030931"/>
                <a:ext cx="211221" cy="340794"/>
              </a:xfrm>
              <a:prstGeom prst="arc">
                <a:avLst>
                  <a:gd name="adj1" fmla="val 10936099"/>
                  <a:gd name="adj2" fmla="val 0"/>
                </a:avLst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3F6498F-843D-A279-2AE8-54A51627CE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53204" y="2201328"/>
                <a:ext cx="326778" cy="0"/>
              </a:xfrm>
              <a:prstGeom prst="line">
                <a:avLst/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314BAC9-A8E4-D8CC-551B-A83FD31DE0BE}"/>
                  </a:ext>
                </a:extLst>
              </p:cNvPr>
              <p:cNvCxnSpPr/>
              <p:nvPr/>
            </p:nvCxnSpPr>
            <p:spPr>
              <a:xfrm flipH="1">
                <a:off x="6213642" y="2201328"/>
                <a:ext cx="334879" cy="0"/>
              </a:xfrm>
              <a:prstGeom prst="line">
                <a:avLst/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745ACCA-FC25-900E-592E-4FA3007AD2BF}"/>
                </a:ext>
              </a:extLst>
            </p:cNvPr>
            <p:cNvGrpSpPr/>
            <p:nvPr/>
          </p:nvGrpSpPr>
          <p:grpSpPr>
            <a:xfrm rot="7200000">
              <a:off x="4610705" y="5547183"/>
              <a:ext cx="1200117" cy="423012"/>
              <a:chOff x="5324306" y="2030931"/>
              <a:chExt cx="1224215" cy="340794"/>
            </a:xfrm>
          </p:grpSpPr>
          <p:sp>
            <p:nvSpPr>
              <p:cNvPr id="63" name="Arc 62">
                <a:extLst>
                  <a:ext uri="{FF2B5EF4-FFF2-40B4-BE49-F238E27FC236}">
                    <a16:creationId xmlns:a16="http://schemas.microsoft.com/office/drawing/2014/main" id="{85220B16-782F-F611-E91D-C5C76F000730}"/>
                  </a:ext>
                </a:extLst>
              </p:cNvPr>
              <p:cNvSpPr/>
              <p:nvPr/>
            </p:nvSpPr>
            <p:spPr>
              <a:xfrm>
                <a:off x="5579979" y="2030931"/>
                <a:ext cx="211221" cy="340794"/>
              </a:xfrm>
              <a:prstGeom prst="arc">
                <a:avLst>
                  <a:gd name="adj1" fmla="val 10936099"/>
                  <a:gd name="adj2" fmla="val 0"/>
                </a:avLst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CCC5148A-7B1E-7E71-9AD3-E1DC89CB52F6}"/>
                  </a:ext>
                </a:extLst>
              </p:cNvPr>
              <p:cNvSpPr/>
              <p:nvPr/>
            </p:nvSpPr>
            <p:spPr>
              <a:xfrm>
                <a:off x="5791200" y="2030931"/>
                <a:ext cx="211221" cy="340794"/>
              </a:xfrm>
              <a:prstGeom prst="arc">
                <a:avLst>
                  <a:gd name="adj1" fmla="val 10936099"/>
                  <a:gd name="adj2" fmla="val 0"/>
                </a:avLst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A372ED24-439C-251F-B3B1-AB811577C8FE}"/>
                  </a:ext>
                </a:extLst>
              </p:cNvPr>
              <p:cNvSpPr/>
              <p:nvPr/>
            </p:nvSpPr>
            <p:spPr>
              <a:xfrm>
                <a:off x="6002421" y="2030931"/>
                <a:ext cx="211221" cy="340794"/>
              </a:xfrm>
              <a:prstGeom prst="arc">
                <a:avLst>
                  <a:gd name="adj1" fmla="val 10936099"/>
                  <a:gd name="adj2" fmla="val 0"/>
                </a:avLst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ED293C2-1CA0-760B-D0F6-5E6A7E53BBFA}"/>
                  </a:ext>
                </a:extLst>
              </p:cNvPr>
              <p:cNvCxnSpPr>
                <a:cxnSpLocks/>
              </p:cNvCxnSpPr>
              <p:nvPr/>
            </p:nvCxnSpPr>
            <p:spPr>
              <a:xfrm rot="14400000" flipV="1">
                <a:off x="5390232" y="2082668"/>
                <a:ext cx="105467" cy="237319"/>
              </a:xfrm>
              <a:prstGeom prst="line">
                <a:avLst/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1538E24-1F02-BCFD-B481-2E017AACCCB3}"/>
                  </a:ext>
                </a:extLst>
              </p:cNvPr>
              <p:cNvCxnSpPr/>
              <p:nvPr/>
            </p:nvCxnSpPr>
            <p:spPr>
              <a:xfrm flipH="1">
                <a:off x="6213642" y="2201328"/>
                <a:ext cx="334879" cy="0"/>
              </a:xfrm>
              <a:prstGeom prst="line">
                <a:avLst/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0EB3FC2-0DBE-6B3A-93A5-6824430C0997}"/>
                </a:ext>
              </a:extLst>
            </p:cNvPr>
            <p:cNvGrpSpPr/>
            <p:nvPr/>
          </p:nvGrpSpPr>
          <p:grpSpPr>
            <a:xfrm rot="14400000">
              <a:off x="4576699" y="2601657"/>
              <a:ext cx="1234719" cy="423012"/>
              <a:chOff x="5263661" y="2030931"/>
              <a:chExt cx="1259513" cy="340794"/>
            </a:xfrm>
          </p:grpSpPr>
          <p:sp>
            <p:nvSpPr>
              <p:cNvPr id="58" name="Arc 57">
                <a:extLst>
                  <a:ext uri="{FF2B5EF4-FFF2-40B4-BE49-F238E27FC236}">
                    <a16:creationId xmlns:a16="http://schemas.microsoft.com/office/drawing/2014/main" id="{13472394-1C2E-411C-BB80-6197FBED6FC1}"/>
                  </a:ext>
                </a:extLst>
              </p:cNvPr>
              <p:cNvSpPr/>
              <p:nvPr/>
            </p:nvSpPr>
            <p:spPr>
              <a:xfrm>
                <a:off x="5579979" y="2030931"/>
                <a:ext cx="211221" cy="340794"/>
              </a:xfrm>
              <a:prstGeom prst="arc">
                <a:avLst>
                  <a:gd name="adj1" fmla="val 10936099"/>
                  <a:gd name="adj2" fmla="val 0"/>
                </a:avLst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Arc 58">
                <a:extLst>
                  <a:ext uri="{FF2B5EF4-FFF2-40B4-BE49-F238E27FC236}">
                    <a16:creationId xmlns:a16="http://schemas.microsoft.com/office/drawing/2014/main" id="{470AE183-E2BF-9970-F3F5-F335071BA4A5}"/>
                  </a:ext>
                </a:extLst>
              </p:cNvPr>
              <p:cNvSpPr/>
              <p:nvPr/>
            </p:nvSpPr>
            <p:spPr>
              <a:xfrm>
                <a:off x="5791200" y="2030931"/>
                <a:ext cx="211221" cy="340794"/>
              </a:xfrm>
              <a:prstGeom prst="arc">
                <a:avLst>
                  <a:gd name="adj1" fmla="val 10936099"/>
                  <a:gd name="adj2" fmla="val 0"/>
                </a:avLst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Arc 59">
                <a:extLst>
                  <a:ext uri="{FF2B5EF4-FFF2-40B4-BE49-F238E27FC236}">
                    <a16:creationId xmlns:a16="http://schemas.microsoft.com/office/drawing/2014/main" id="{B1418F03-8762-6998-79BE-E79A69E8BD18}"/>
                  </a:ext>
                </a:extLst>
              </p:cNvPr>
              <p:cNvSpPr/>
              <p:nvPr/>
            </p:nvSpPr>
            <p:spPr>
              <a:xfrm>
                <a:off x="6002421" y="2030931"/>
                <a:ext cx="211221" cy="340794"/>
              </a:xfrm>
              <a:prstGeom prst="arc">
                <a:avLst>
                  <a:gd name="adj1" fmla="val 10936099"/>
                  <a:gd name="adj2" fmla="val 0"/>
                </a:avLst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B36ACE00-311F-16A0-68D1-7746D0A37D80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5345223" y="2054524"/>
                <a:ext cx="130483" cy="293608"/>
              </a:xfrm>
              <a:prstGeom prst="line">
                <a:avLst/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D79A71-4BAE-FF3E-A5BD-344981B5A66C}"/>
                  </a:ext>
                </a:extLst>
              </p:cNvPr>
              <p:cNvCxnSpPr>
                <a:cxnSpLocks/>
              </p:cNvCxnSpPr>
              <p:nvPr/>
            </p:nvCxnSpPr>
            <p:spPr>
              <a:xfrm rot="7200000">
                <a:off x="6311128" y="2050313"/>
                <a:ext cx="130483" cy="293608"/>
              </a:xfrm>
              <a:prstGeom prst="line">
                <a:avLst/>
              </a:prstGeom>
              <a:ln w="12700">
                <a:solidFill>
                  <a:schemeClr val="accent2">
                    <a:lumMod val="60000"/>
                    <a:lumOff val="40000"/>
                  </a:schemeClr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3A2056F3-4546-C709-4EB2-A458C06B3702}"/>
                </a:ext>
              </a:extLst>
            </p:cNvPr>
            <p:cNvSpPr/>
            <p:nvPr/>
          </p:nvSpPr>
          <p:spPr>
            <a:xfrm>
              <a:off x="4967575" y="3226028"/>
              <a:ext cx="2080006" cy="2131115"/>
            </a:xfrm>
            <a:prstGeom prst="arc">
              <a:avLst>
                <a:gd name="adj1" fmla="val 7112067"/>
                <a:gd name="adj2" fmla="val 21564715"/>
              </a:avLst>
            </a:prstGeom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7603B01-B93A-CC57-8410-9958097B5E96}"/>
                </a:ext>
              </a:extLst>
            </p:cNvPr>
            <p:cNvCxnSpPr>
              <a:cxnSpLocks/>
            </p:cNvCxnSpPr>
            <p:nvPr/>
          </p:nvCxnSpPr>
          <p:spPr>
            <a:xfrm>
              <a:off x="5505756" y="3367099"/>
              <a:ext cx="510623" cy="907444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7F4B58B-7561-7FDC-18E0-8DFF90E9DD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9460" y="4291584"/>
              <a:ext cx="1031994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CE54A67-8EBC-AB31-41C3-75F78618DAA1}"/>
                </a:ext>
              </a:extLst>
            </p:cNvPr>
            <p:cNvCxnSpPr>
              <a:cxnSpLocks/>
            </p:cNvCxnSpPr>
            <p:nvPr/>
          </p:nvCxnSpPr>
          <p:spPr>
            <a:xfrm rot="7200000" flipH="1">
              <a:off x="5234917" y="4748013"/>
              <a:ext cx="105885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FC83747-3B48-D42D-1866-6867234339ED}"/>
                </a:ext>
              </a:extLst>
            </p:cNvPr>
            <p:cNvSpPr/>
            <p:nvPr/>
          </p:nvSpPr>
          <p:spPr>
            <a:xfrm>
              <a:off x="5171361" y="3437285"/>
              <a:ext cx="1672432" cy="1715960"/>
            </a:xfrm>
            <a:prstGeom prst="ellipse">
              <a:avLst/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6596FBA-DFED-C34F-BAE0-64298609650F}"/>
                </a:ext>
              </a:extLst>
            </p:cNvPr>
            <p:cNvSpPr/>
            <p:nvPr/>
          </p:nvSpPr>
          <p:spPr>
            <a:xfrm>
              <a:off x="5488352" y="3762527"/>
              <a:ext cx="1038450" cy="1065477"/>
            </a:xfrm>
            <a:prstGeom prst="ellipse">
              <a:avLst/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F9A2DB3-4B21-C388-6BBF-9DBF0B1AF890}"/>
                </a:ext>
              </a:extLst>
            </p:cNvPr>
            <p:cNvSpPr/>
            <p:nvPr/>
          </p:nvSpPr>
          <p:spPr>
            <a:xfrm>
              <a:off x="5897030" y="3482415"/>
              <a:ext cx="221093" cy="226847"/>
            </a:xfrm>
            <a:prstGeom prst="ellipse">
              <a:avLst/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5E7E676-B6B1-FA3A-9699-C1A6480BEA17}"/>
                </a:ext>
              </a:extLst>
            </p:cNvPr>
            <p:cNvSpPr/>
            <p:nvPr/>
          </p:nvSpPr>
          <p:spPr>
            <a:xfrm>
              <a:off x="5897030" y="4874701"/>
              <a:ext cx="221093" cy="226847"/>
            </a:xfrm>
            <a:prstGeom prst="ellipse">
              <a:avLst/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CFA5FB2-51AE-9F4D-D23B-58C25FC1AA6A}"/>
                </a:ext>
              </a:extLst>
            </p:cNvPr>
            <p:cNvGrpSpPr/>
            <p:nvPr/>
          </p:nvGrpSpPr>
          <p:grpSpPr>
            <a:xfrm rot="5400000">
              <a:off x="5894153" y="3502951"/>
              <a:ext cx="226847" cy="1578062"/>
              <a:chOff x="6048480" y="2084075"/>
              <a:chExt cx="178120" cy="1271344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2F7BD3F-8EF5-7277-863E-C4154CA2C087}"/>
                  </a:ext>
                </a:extLst>
              </p:cNvPr>
              <p:cNvSpPr/>
              <p:nvPr/>
            </p:nvSpPr>
            <p:spPr>
              <a:xfrm>
                <a:off x="6048480" y="2084075"/>
                <a:ext cx="178120" cy="178120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C7878445-4F0E-07ED-9598-58239E3017CD}"/>
                  </a:ext>
                </a:extLst>
              </p:cNvPr>
              <p:cNvSpPr/>
              <p:nvPr/>
            </p:nvSpPr>
            <p:spPr>
              <a:xfrm>
                <a:off x="6048480" y="3177299"/>
                <a:ext cx="178120" cy="178120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.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F3056B7-F6E1-747D-2B46-98A3B3B86998}"/>
                </a:ext>
              </a:extLst>
            </p:cNvPr>
            <p:cNvGrpSpPr/>
            <p:nvPr/>
          </p:nvGrpSpPr>
          <p:grpSpPr>
            <a:xfrm rot="2700000">
              <a:off x="5902166" y="3506785"/>
              <a:ext cx="226847" cy="1578062"/>
              <a:chOff x="6048480" y="2084075"/>
              <a:chExt cx="178120" cy="127134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FEFFF13-077A-E98A-F93B-B50500548AC8}"/>
                  </a:ext>
                </a:extLst>
              </p:cNvPr>
              <p:cNvSpPr/>
              <p:nvPr/>
            </p:nvSpPr>
            <p:spPr>
              <a:xfrm>
                <a:off x="6048480" y="2084075"/>
                <a:ext cx="178120" cy="178120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70F17D7-E9A8-5574-7A78-BAE832DD43B0}"/>
                  </a:ext>
                </a:extLst>
              </p:cNvPr>
              <p:cNvSpPr/>
              <p:nvPr/>
            </p:nvSpPr>
            <p:spPr>
              <a:xfrm>
                <a:off x="6048480" y="3177299"/>
                <a:ext cx="178120" cy="178120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DD808FC-B77C-BDD5-15CC-6BE5B162319E}"/>
                </a:ext>
              </a:extLst>
            </p:cNvPr>
            <p:cNvGrpSpPr/>
            <p:nvPr/>
          </p:nvGrpSpPr>
          <p:grpSpPr>
            <a:xfrm rot="18900000">
              <a:off x="5898726" y="3473388"/>
              <a:ext cx="221093" cy="1619133"/>
              <a:chOff x="6048480" y="2084075"/>
              <a:chExt cx="178120" cy="1271344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18C1C21-541D-3F16-4CBE-2AD8B4C2D630}"/>
                  </a:ext>
                </a:extLst>
              </p:cNvPr>
              <p:cNvSpPr/>
              <p:nvPr/>
            </p:nvSpPr>
            <p:spPr>
              <a:xfrm>
                <a:off x="6048480" y="2084075"/>
                <a:ext cx="178120" cy="178120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ABCB0ED0-CAF4-5706-5D1B-154352CCC1C7}"/>
                  </a:ext>
                </a:extLst>
              </p:cNvPr>
              <p:cNvSpPr/>
              <p:nvPr/>
            </p:nvSpPr>
            <p:spPr>
              <a:xfrm>
                <a:off x="6048480" y="3177299"/>
                <a:ext cx="178120" cy="178120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172C6A1-667C-E04D-CE31-14536E7C5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0007" y="2636548"/>
              <a:ext cx="1556262" cy="1647206"/>
            </a:xfrm>
            <a:prstGeom prst="straightConnector1">
              <a:avLst/>
            </a:prstGeom>
            <a:ln w="47625">
              <a:solidFill>
                <a:schemeClr val="accent2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1021EEC-75FB-39B9-209C-B37DFF0C2718}"/>
                    </a:ext>
                  </a:extLst>
                </p:cNvPr>
                <p:cNvSpPr txBox="1"/>
                <p:nvPr/>
              </p:nvSpPr>
              <p:spPr>
                <a:xfrm>
                  <a:off x="7779466" y="1979663"/>
                  <a:ext cx="617926" cy="5184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A9F9134-5EDE-4C3E-B792-2F9E0CCA4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9466" y="1979663"/>
                  <a:ext cx="617926" cy="5184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BDDF6AEF-6782-1CE3-8D1E-7112329E2D6F}"/>
                </a:ext>
              </a:extLst>
            </p:cNvPr>
            <p:cNvSpPr/>
            <p:nvPr/>
          </p:nvSpPr>
          <p:spPr>
            <a:xfrm>
              <a:off x="4967575" y="3213448"/>
              <a:ext cx="2080006" cy="2131115"/>
            </a:xfrm>
            <a:prstGeom prst="arc">
              <a:avLst>
                <a:gd name="adj1" fmla="val 2015427"/>
                <a:gd name="adj2" fmla="val 4668680"/>
              </a:avLst>
            </a:prstGeom>
            <a:ln w="6350">
              <a:solidFill>
                <a:srgbClr val="C0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1BFF383-2B30-7BE8-3041-984159358C5C}"/>
                    </a:ext>
                  </a:extLst>
                </p:cNvPr>
                <p:cNvSpPr txBox="1"/>
                <p:nvPr/>
              </p:nvSpPr>
              <p:spPr>
                <a:xfrm>
                  <a:off x="6991797" y="4603027"/>
                  <a:ext cx="620479" cy="4703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B7C1F40-E3BB-43F2-B449-0599BB780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797" y="4603027"/>
                  <a:ext cx="620479" cy="47036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5FB8720B-321A-9E3F-5EA7-131202D500CE}"/>
                </a:ext>
              </a:extLst>
            </p:cNvPr>
            <p:cNvSpPr/>
            <p:nvPr/>
          </p:nvSpPr>
          <p:spPr>
            <a:xfrm>
              <a:off x="4784968" y="3008450"/>
              <a:ext cx="2438770" cy="2498695"/>
            </a:xfrm>
            <a:prstGeom prst="arc">
              <a:avLst>
                <a:gd name="adj1" fmla="val 1138231"/>
                <a:gd name="adj2" fmla="val 3730927"/>
              </a:avLst>
            </a:prstGeom>
            <a:ln w="6350">
              <a:solidFill>
                <a:srgbClr val="0070C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7D50E00-814E-69BB-AA1B-1E5389252EFE}"/>
                    </a:ext>
                  </a:extLst>
                </p:cNvPr>
                <p:cNvSpPr txBox="1"/>
                <p:nvPr/>
              </p:nvSpPr>
              <p:spPr>
                <a:xfrm>
                  <a:off x="5977668" y="5291715"/>
                  <a:ext cx="558399" cy="4703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6BBF1A0-9E89-4A11-8AD5-1AA88D414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7668" y="5291715"/>
                  <a:ext cx="558399" cy="47036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73A178B-1FD9-ED98-A6F4-3C634F68955A}"/>
                    </a:ext>
                  </a:extLst>
                </p:cNvPr>
                <p:cNvSpPr txBox="1"/>
                <p:nvPr/>
              </p:nvSpPr>
              <p:spPr>
                <a:xfrm>
                  <a:off x="8155795" y="4367843"/>
                  <a:ext cx="625094" cy="4703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D47CF24-FE16-4CFB-93F8-FDCCC7779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5795" y="4367843"/>
                  <a:ext cx="625094" cy="47036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08A1DD9-D6A3-ED63-3905-B802B8E2782E}"/>
                    </a:ext>
                  </a:extLst>
                </p:cNvPr>
                <p:cNvSpPr txBox="1"/>
                <p:nvPr/>
              </p:nvSpPr>
              <p:spPr>
                <a:xfrm>
                  <a:off x="4203700" y="2045209"/>
                  <a:ext cx="608940" cy="4703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3B1206A-1033-4C77-88A3-A0489A9586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3700" y="2045209"/>
                  <a:ext cx="608940" cy="47036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F6DCA7B-5A19-7BA9-1437-EB6D8B3B879B}"/>
                    </a:ext>
                  </a:extLst>
                </p:cNvPr>
                <p:cNvSpPr txBox="1"/>
                <p:nvPr/>
              </p:nvSpPr>
              <p:spPr>
                <a:xfrm>
                  <a:off x="4255679" y="5831264"/>
                  <a:ext cx="662662" cy="4703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7F57DFC-09D6-483F-9B00-16A11B47F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5679" y="5831264"/>
                  <a:ext cx="662662" cy="47036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1848DF5-807D-248A-3FB8-4BB0CCEFB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7083" y="3551113"/>
              <a:ext cx="1684756" cy="714894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1C414E4-245C-BB70-72C8-48529271C622}"/>
                    </a:ext>
                  </a:extLst>
                </p:cNvPr>
                <p:cNvSpPr txBox="1"/>
                <p:nvPr/>
              </p:nvSpPr>
              <p:spPr>
                <a:xfrm>
                  <a:off x="7779431" y="3430614"/>
                  <a:ext cx="630504" cy="5184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58D7F89E-3E96-4467-8D90-6B3EF49A9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9431" y="3430614"/>
                  <a:ext cx="630504" cy="5184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74B0954-D269-02AE-434A-856011B20D3C}"/>
                </a:ext>
              </a:extLst>
            </p:cNvPr>
            <p:cNvSpPr txBox="1"/>
            <p:nvPr/>
          </p:nvSpPr>
          <p:spPr>
            <a:xfrm>
              <a:off x="8064531" y="2386029"/>
              <a:ext cx="1141618" cy="4703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Bahnschrift SemiCondensed" panose="020B0502040204020203" pitchFamily="34" charset="0"/>
                </a:rPr>
                <a:t>Sector 1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BA9CF41-DE32-8304-80FE-F1137E812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119" y="3092613"/>
              <a:ext cx="2754770" cy="1173394"/>
            </a:xfrm>
            <a:prstGeom prst="straightConnector1">
              <a:avLst/>
            </a:prstGeom>
            <a:ln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08A4C2D-7B5C-4900-8F23-8EF64C6ABE99}"/>
                    </a:ext>
                  </a:extLst>
                </p:cNvPr>
                <p:cNvSpPr txBox="1"/>
                <p:nvPr/>
              </p:nvSpPr>
              <p:spPr>
                <a:xfrm>
                  <a:off x="8744327" y="3077301"/>
                  <a:ext cx="3779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4E8A0E94-026A-4D91-9B17-6A244E29CE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4327" y="3077301"/>
                  <a:ext cx="37792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5D083A6-DE9A-585A-0FC4-129AD3AB03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7003" y="2357199"/>
              <a:ext cx="817449" cy="1919122"/>
            </a:xfrm>
            <a:prstGeom prst="straightConnector1">
              <a:avLst/>
            </a:prstGeom>
            <a:ln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2EC7E21-27EE-CE1F-0750-0C26F1F85002}"/>
                    </a:ext>
                  </a:extLst>
                </p:cNvPr>
                <p:cNvSpPr txBox="1"/>
                <p:nvPr/>
              </p:nvSpPr>
              <p:spPr>
                <a:xfrm>
                  <a:off x="5215311" y="2124602"/>
                  <a:ext cx="3695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FF6D9C9-26C9-479D-A25F-59B168D6D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5311" y="2124602"/>
                  <a:ext cx="369589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A0721CC-5C04-4F8E-B869-C4297C9025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3712" y="2124602"/>
              <a:ext cx="0" cy="2168127"/>
            </a:xfrm>
            <a:prstGeom prst="straightConnector1">
              <a:avLst/>
            </a:prstGeom>
            <a:ln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995957F-830E-7EFF-7CA8-68727648BDF3}"/>
                    </a:ext>
                  </a:extLst>
                </p:cNvPr>
                <p:cNvSpPr txBox="1"/>
                <p:nvPr/>
              </p:nvSpPr>
              <p:spPr>
                <a:xfrm>
                  <a:off x="5992273" y="2030129"/>
                  <a:ext cx="3840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F12EC02-B21A-487D-A505-06FE46B4DA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273" y="2030129"/>
                  <a:ext cx="384017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B311427-520D-90FE-886A-9B5F34E06DC0}"/>
                    </a:ext>
                  </a:extLst>
                </p:cNvPr>
                <p:cNvSpPr txBox="1"/>
                <p:nvPr/>
              </p:nvSpPr>
              <p:spPr>
                <a:xfrm>
                  <a:off x="8729525" y="4269266"/>
                  <a:ext cx="382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09BE072-4275-4EC3-A735-DDB1C89DD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9525" y="4269266"/>
                  <a:ext cx="38241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F1C345D-955A-2A8B-09AC-103E9CCCA9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2935" y="3196339"/>
              <a:ext cx="1025077" cy="1084980"/>
            </a:xfrm>
            <a:prstGeom prst="straightConnector1">
              <a:avLst/>
            </a:prstGeom>
            <a:ln w="22225">
              <a:solidFill>
                <a:srgbClr val="5C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C43EA14-7C44-E144-81F8-9035D23A24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8545" y="3222846"/>
              <a:ext cx="222331" cy="521961"/>
            </a:xfrm>
            <a:prstGeom prst="straightConnector1">
              <a:avLst/>
            </a:prstGeom>
            <a:ln>
              <a:solidFill>
                <a:srgbClr val="5C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C6BFDA8-BDC0-14D8-1D07-564C31CB6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6565" y="3200843"/>
              <a:ext cx="1267731" cy="539990"/>
            </a:xfrm>
            <a:prstGeom prst="straightConnector1">
              <a:avLst/>
            </a:prstGeom>
            <a:ln>
              <a:solidFill>
                <a:srgbClr val="5C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AAEC288-8205-3DD8-32E9-F26354F4A052}"/>
                    </a:ext>
                  </a:extLst>
                </p:cNvPr>
                <p:cNvSpPr txBox="1"/>
                <p:nvPr/>
              </p:nvSpPr>
              <p:spPr>
                <a:xfrm>
                  <a:off x="7019472" y="3075909"/>
                  <a:ext cx="4060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46B46CA-4E9E-494B-9A74-B5FC42681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9472" y="3075909"/>
                  <a:ext cx="406074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23333" r="-164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13369CF-1C96-052F-B443-C7067674793A}"/>
                    </a:ext>
                  </a:extLst>
                </p:cNvPr>
                <p:cNvSpPr txBox="1"/>
                <p:nvPr/>
              </p:nvSpPr>
              <p:spPr>
                <a:xfrm>
                  <a:off x="7177280" y="3657684"/>
                  <a:ext cx="515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𝑠𝑑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F8C0312F-1EA2-43F1-8F08-5F8AFA9B0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7280" y="3657684"/>
                  <a:ext cx="51533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C6B2EA5-8860-9595-C14E-7531336B21D4}"/>
                    </a:ext>
                  </a:extLst>
                </p:cNvPr>
                <p:cNvSpPr txBox="1"/>
                <p:nvPr/>
              </p:nvSpPr>
              <p:spPr>
                <a:xfrm>
                  <a:off x="5384978" y="3525677"/>
                  <a:ext cx="508665" cy="3907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𝑠𝑞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24CC88A4-9DC9-4516-B65D-5B44678AF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4978" y="3525677"/>
                  <a:ext cx="508665" cy="390747"/>
                </a:xfrm>
                <a:prstGeom prst="rect">
                  <a:avLst/>
                </a:prstGeom>
                <a:blipFill>
                  <a:blip r:embed="rId16"/>
                  <a:stretch>
                    <a:fillRect b="-468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A8C30A1-45D0-E44E-2C52-9088C1CD28FB}"/>
                  </a:ext>
                </a:extLst>
              </p:cNvPr>
              <p:cNvSpPr txBox="1"/>
              <p:nvPr/>
            </p:nvSpPr>
            <p:spPr>
              <a:xfrm>
                <a:off x="377901" y="3202458"/>
                <a:ext cx="4815655" cy="2745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3200">
                    <a:solidFill>
                      <a:srgbClr val="002060"/>
                    </a:solidFill>
                    <a:latin typeface="+mj-lt"/>
                  </a:rPr>
                  <a:t>Nếu trục d quay đồng bộ 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kumimoji="0" lang="en-US" sz="32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+mj-lt"/>
                  </a:rPr>
                  <a:t> </a:t>
                </a:r>
              </a:p>
              <a:p>
                <a:pPr marL="914400" indent="-457200">
                  <a:spcBef>
                    <a:spcPts val="600"/>
                  </a:spcBef>
                  <a:buFont typeface="Wingdings" panose="05000000000000000000" pitchFamily="2" charset="2"/>
                  <a:buChar char="à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𝑟𝑞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0" lang="en-US" sz="2800" b="0" i="1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j-lt"/>
                </a:endParaRPr>
              </a:p>
              <a:p>
                <a:pPr marL="914400" indent="-457200">
                  <a:spcBef>
                    <a:spcPts val="600"/>
                  </a:spcBef>
                  <a:buFont typeface="Wingdings" panose="05000000000000000000" pitchFamily="2" charset="2"/>
                  <a:buChar char="à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𝑠𝑑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𝑟𝑑</m:t>
                        </m:r>
                      </m:sub>
                    </m:sSub>
                  </m:oMath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j-lt"/>
                </a:endParaRPr>
              </a:p>
              <a:p>
                <a:pPr marL="914400" indent="-457200">
                  <a:spcBef>
                    <a:spcPts val="600"/>
                  </a:spcBef>
                  <a:buFont typeface="Wingdings" panose="05000000000000000000" pitchFamily="2" charset="2"/>
                  <a:buChar char="à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𝑠𝑞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A8C30A1-45D0-E44E-2C52-9088C1CD2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01" y="3202458"/>
                <a:ext cx="4815655" cy="2745303"/>
              </a:xfrm>
              <a:prstGeom prst="rect">
                <a:avLst/>
              </a:prstGeom>
              <a:blipFill>
                <a:blip r:embed="rId17"/>
                <a:stretch>
                  <a:fillRect l="-2911" t="-2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818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8DC242FA-D524-919C-2A7D-74430D4EEC84}"/>
              </a:ext>
            </a:extLst>
          </p:cNvPr>
          <p:cNvSpPr/>
          <p:nvPr/>
        </p:nvSpPr>
        <p:spPr>
          <a:xfrm>
            <a:off x="5339505" y="1467892"/>
            <a:ext cx="3471785" cy="1167701"/>
          </a:xfrm>
          <a:prstGeom prst="roundRect">
            <a:avLst>
              <a:gd name="adj" fmla="val 12211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9EB7E55-8ADC-769E-DA15-8009BDD8C163}"/>
              </a:ext>
            </a:extLst>
          </p:cNvPr>
          <p:cNvSpPr/>
          <p:nvPr/>
        </p:nvSpPr>
        <p:spPr>
          <a:xfrm>
            <a:off x="827469" y="1467892"/>
            <a:ext cx="3471785" cy="1167701"/>
          </a:xfrm>
          <a:prstGeom prst="roundRect">
            <a:avLst>
              <a:gd name="adj" fmla="val 12211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DB2A7-6CFA-C9D0-806C-FA56D158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AEF9-FA73-45D3-A2A8-FFD412A9A334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BE2422-0435-6900-5643-0358FC51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460C7-96B6-4F26-E05A-52C06A97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Nguyên lý điều khiển FOC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DF00A-F501-25DC-D5EC-56AA7EABDA3A}"/>
              </a:ext>
            </a:extLst>
          </p:cNvPr>
          <p:cNvSpPr txBox="1"/>
          <p:nvPr/>
        </p:nvSpPr>
        <p:spPr>
          <a:xfrm>
            <a:off x="1504950" y="6582702"/>
            <a:ext cx="6791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[1] Quang, N.P. and Dittrich, J.A., 2008. </a:t>
            </a:r>
            <a:r>
              <a:rPr lang="en-US" sz="800" b="0" i="1">
                <a:solidFill>
                  <a:srgbClr val="222222"/>
                </a:solidFill>
                <a:effectLst/>
                <a:latin typeface="+mj-lt"/>
              </a:rPr>
              <a:t>Vector control of three-phase AC machines</a:t>
            </a:r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 (Vol. 2). Heidelberg: springer.</a:t>
            </a:r>
            <a:endParaRPr lang="en-US" sz="800">
              <a:latin typeface="+mj-lt"/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9CFD688-1CFD-4483-1B62-03D3460EEE56}"/>
              </a:ext>
            </a:extLst>
          </p:cNvPr>
          <p:cNvSpPr txBox="1">
            <a:spLocks/>
          </p:cNvSpPr>
          <p:nvPr/>
        </p:nvSpPr>
        <p:spPr>
          <a:xfrm>
            <a:off x="381000" y="761879"/>
            <a:ext cx="8458200" cy="723956"/>
          </a:xfrm>
          <a:prstGeom prst="rect">
            <a:avLst/>
          </a:prstGeom>
        </p:spPr>
        <p:txBody>
          <a:bodyPr/>
          <a:lstStyle>
            <a:lvl1pPr marL="171455" indent="-171455" algn="l" defTabSz="685817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63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72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80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89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98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906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815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723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3200">
                <a:solidFill>
                  <a:srgbClr val="002060"/>
                </a:solidFill>
              </a:rPr>
              <a:t> Trong không gian d-q, có: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sz="320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sz="32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73">
                <a:extLst>
                  <a:ext uri="{FF2B5EF4-FFF2-40B4-BE49-F238E27FC236}">
                    <a16:creationId xmlns:a16="http://schemas.microsoft.com/office/drawing/2014/main" id="{5A9D136B-06FB-108A-689B-6E32CC686553}"/>
                  </a:ext>
                </a:extLst>
              </p:cNvPr>
              <p:cNvSpPr txBox="1"/>
              <p:nvPr/>
            </p:nvSpPr>
            <p:spPr>
              <a:xfrm>
                <a:off x="831489" y="1540547"/>
                <a:ext cx="3607552" cy="115113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𝑠𝑞</m:t>
                          </m:r>
                        </m:sub>
                      </m:sSub>
                    </m:oMath>
                  </m:oMathPara>
                </a14:m>
                <a:endParaRPr lang="en-US" sz="32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4" name="Object 73">
                <a:extLst>
                  <a:ext uri="{FF2B5EF4-FFF2-40B4-BE49-F238E27FC236}">
                    <a16:creationId xmlns:a16="http://schemas.microsoft.com/office/drawing/2014/main" id="{5A9D136B-06FB-108A-689B-6E32CC686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89" y="1540547"/>
                <a:ext cx="3607552" cy="11511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bject 74">
                <a:extLst>
                  <a:ext uri="{FF2B5EF4-FFF2-40B4-BE49-F238E27FC236}">
                    <a16:creationId xmlns:a16="http://schemas.microsoft.com/office/drawing/2014/main" id="{1C556676-65AA-7397-D2B0-EC9BC81D70B9}"/>
                  </a:ext>
                </a:extLst>
              </p:cNvPr>
              <p:cNvSpPr txBox="1"/>
              <p:nvPr/>
            </p:nvSpPr>
            <p:spPr>
              <a:xfrm>
                <a:off x="5692633" y="1448802"/>
                <a:ext cx="3232150" cy="1219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𝑠𝑑</m:t>
                          </m:r>
                        </m:sub>
                      </m:sSub>
                    </m:oMath>
                  </m:oMathPara>
                </a14:m>
                <a:endParaRPr lang="en-US" sz="32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5" name="Object 74">
                <a:extLst>
                  <a:ext uri="{FF2B5EF4-FFF2-40B4-BE49-F238E27FC236}">
                    <a16:creationId xmlns:a16="http://schemas.microsoft.com/office/drawing/2014/main" id="{1C556676-65AA-7397-D2B0-EC9BC81D7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633" y="1448802"/>
                <a:ext cx="3232150" cy="1219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bject 75">
                <a:extLst>
                  <a:ext uri="{FF2B5EF4-FFF2-40B4-BE49-F238E27FC236}">
                    <a16:creationId xmlns:a16="http://schemas.microsoft.com/office/drawing/2014/main" id="{7E54BE21-79FC-2EA7-62CA-A157AA2AC46E}"/>
                  </a:ext>
                </a:extLst>
              </p:cNvPr>
              <p:cNvSpPr txBox="1"/>
              <p:nvPr/>
            </p:nvSpPr>
            <p:spPr>
              <a:xfrm>
                <a:off x="2798006" y="5271576"/>
                <a:ext cx="1879103" cy="48630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𝑠𝑙</m:t>
                          </m:r>
                        </m:sub>
                      </m:sSub>
                    </m:oMath>
                  </m:oMathPara>
                </a14:m>
                <a:endParaRPr lang="en-US" sz="2000" i="1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sz="20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6" name="Object 75">
                <a:extLst>
                  <a:ext uri="{FF2B5EF4-FFF2-40B4-BE49-F238E27FC236}">
                    <a16:creationId xmlns:a16="http://schemas.microsoft.com/office/drawing/2014/main" id="{7E54BE21-79FC-2EA7-62CA-A157AA2AC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006" y="5271576"/>
                <a:ext cx="1879103" cy="4863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bject 78">
                <a:extLst>
                  <a:ext uri="{FF2B5EF4-FFF2-40B4-BE49-F238E27FC236}">
                    <a16:creationId xmlns:a16="http://schemas.microsoft.com/office/drawing/2014/main" id="{8CB2A15A-D353-5D54-A3D6-ACB0229F61A5}"/>
                  </a:ext>
                </a:extLst>
              </p:cNvPr>
              <p:cNvSpPr txBox="1"/>
              <p:nvPr/>
            </p:nvSpPr>
            <p:spPr>
              <a:xfrm>
                <a:off x="381000" y="2780816"/>
                <a:ext cx="8315990" cy="227553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𝑠𝑑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𝑠𝑑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𝑠𝑞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𝑠𝑞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𝑠𝑞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𝑠𝑑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32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9" name="Object 78">
                <a:extLst>
                  <a:ext uri="{FF2B5EF4-FFF2-40B4-BE49-F238E27FC236}">
                    <a16:creationId xmlns:a16="http://schemas.microsoft.com/office/drawing/2014/main" id="{8CB2A15A-D353-5D54-A3D6-ACB0229F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780816"/>
                <a:ext cx="8315990" cy="22755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E9C898C-B6F2-624A-9741-0E649503B022}"/>
                  </a:ext>
                </a:extLst>
              </p:cNvPr>
              <p:cNvSpPr txBox="1"/>
              <p:nvPr/>
            </p:nvSpPr>
            <p:spPr>
              <a:xfrm>
                <a:off x="2648380" y="5717431"/>
                <a:ext cx="1729475" cy="726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𝑠𝑙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E9C898C-B6F2-624A-9741-0E649503B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380" y="5717431"/>
                <a:ext cx="1729475" cy="7261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90E2D67-570C-7ABD-190C-7DD3B3DEE573}"/>
                  </a:ext>
                </a:extLst>
              </p:cNvPr>
              <p:cNvSpPr txBox="1"/>
              <p:nvPr/>
            </p:nvSpPr>
            <p:spPr>
              <a:xfrm>
                <a:off x="4988281" y="5412233"/>
                <a:ext cx="1879102" cy="720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e>
                        <m: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sub>
                      </m:sSub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90E2D67-570C-7ABD-190C-7DD3B3DEE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281" y="5412233"/>
                <a:ext cx="1879102" cy="720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bject 75">
                <a:extLst>
                  <a:ext uri="{FF2B5EF4-FFF2-40B4-BE49-F238E27FC236}">
                    <a16:creationId xmlns:a16="http://schemas.microsoft.com/office/drawing/2014/main" id="{71E7FCAD-4645-F82B-D9CF-D3C8D341DC4E}"/>
                  </a:ext>
                </a:extLst>
              </p:cNvPr>
              <p:cNvSpPr txBox="1"/>
              <p:nvPr/>
            </p:nvSpPr>
            <p:spPr>
              <a:xfrm>
                <a:off x="167956" y="5271576"/>
                <a:ext cx="2156742" cy="48630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</m:oMath>
                  </m:oMathPara>
                </a14:m>
                <a:endParaRPr lang="en-US" sz="2000" i="1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sz="20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0" name="Object 75">
                <a:extLst>
                  <a:ext uri="{FF2B5EF4-FFF2-40B4-BE49-F238E27FC236}">
                    <a16:creationId xmlns:a16="http://schemas.microsoft.com/office/drawing/2014/main" id="{71E7FCAD-4645-F82B-D9CF-D3C8D341D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56" y="5271576"/>
                <a:ext cx="2156742" cy="4863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99CE123-857B-4655-3D2B-8EC6E4BEBA28}"/>
                  </a:ext>
                </a:extLst>
              </p:cNvPr>
              <p:cNvSpPr txBox="1"/>
              <p:nvPr/>
            </p:nvSpPr>
            <p:spPr>
              <a:xfrm>
                <a:off x="6730266" y="5403876"/>
                <a:ext cx="1879102" cy="718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sub>
                      </m:sSub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99CE123-857B-4655-3D2B-8EC6E4BEB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266" y="5403876"/>
                <a:ext cx="1879102" cy="7188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bject 75">
                <a:extLst>
                  <a:ext uri="{FF2B5EF4-FFF2-40B4-BE49-F238E27FC236}">
                    <a16:creationId xmlns:a16="http://schemas.microsoft.com/office/drawing/2014/main" id="{B0E6E95D-E5D0-A99D-B160-89209429B3D1}"/>
                  </a:ext>
                </a:extLst>
              </p:cNvPr>
              <p:cNvSpPr txBox="1"/>
              <p:nvPr/>
            </p:nvSpPr>
            <p:spPr>
              <a:xfrm>
                <a:off x="167956" y="5793329"/>
                <a:ext cx="2156742" cy="48630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000" i="1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sz="20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2" name="Object 75">
                <a:extLst>
                  <a:ext uri="{FF2B5EF4-FFF2-40B4-BE49-F238E27FC236}">
                    <a16:creationId xmlns:a16="http://schemas.microsoft.com/office/drawing/2014/main" id="{B0E6E95D-E5D0-A99D-B160-89209429B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56" y="5793329"/>
                <a:ext cx="2156742" cy="48630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85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DB2A7-6CFA-C9D0-806C-FA56D158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AEF9-FA73-45D3-A2A8-FFD412A9A334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BE2422-0435-6900-5643-0358FC51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460C7-96B6-4F26-E05A-52C06A97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Nguyên lý điều khiển FOC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DF00A-F501-25DC-D5EC-56AA7EABDA3A}"/>
              </a:ext>
            </a:extLst>
          </p:cNvPr>
          <p:cNvSpPr txBox="1"/>
          <p:nvPr/>
        </p:nvSpPr>
        <p:spPr>
          <a:xfrm>
            <a:off x="1504950" y="6582702"/>
            <a:ext cx="6791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[1] Quang, N.P. and Dittrich, J.A., 2008. </a:t>
            </a:r>
            <a:r>
              <a:rPr lang="en-US" sz="800" b="0" i="1">
                <a:solidFill>
                  <a:srgbClr val="222222"/>
                </a:solidFill>
                <a:effectLst/>
                <a:latin typeface="+mj-lt"/>
              </a:rPr>
              <a:t>Vector control of three-phase AC machines</a:t>
            </a:r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 (Vol. 2). Heidelberg: springer.</a:t>
            </a:r>
            <a:endParaRPr lang="en-US" sz="800">
              <a:latin typeface="+mj-lt"/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9CFD688-1CFD-4483-1B62-03D3460EEE56}"/>
              </a:ext>
            </a:extLst>
          </p:cNvPr>
          <p:cNvSpPr txBox="1">
            <a:spLocks/>
          </p:cNvSpPr>
          <p:nvPr/>
        </p:nvSpPr>
        <p:spPr>
          <a:xfrm>
            <a:off x="381000" y="761878"/>
            <a:ext cx="8458200" cy="5770935"/>
          </a:xfrm>
          <a:prstGeom prst="rect">
            <a:avLst/>
          </a:prstGeom>
        </p:spPr>
        <p:txBody>
          <a:bodyPr/>
          <a:lstStyle>
            <a:lvl1pPr marL="171455" indent="-171455" algn="l" defTabSz="685817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63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72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80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89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98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906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815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723" indent="-171455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3200">
                <a:solidFill>
                  <a:srgbClr val="002060"/>
                </a:solidFill>
              </a:rPr>
              <a:t> Trong không gian d-q, có: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sz="320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sz="3200">
              <a:solidFill>
                <a:srgbClr val="00206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B5DF7A-ADD6-8FCF-D88B-BE1F5CD64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89" y="1472844"/>
            <a:ext cx="7962686" cy="497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26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DB2A7-6CFA-C9D0-806C-FA56D158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AEF9-FA73-45D3-A2A8-FFD412A9A334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BE2422-0435-6900-5643-0358FC51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460C7-96B6-4F26-E05A-52C06A97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Xác định tham số động cơ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C9F1744-9474-5EAB-5173-5A6853623FC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8674100" cy="60932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/>
                  <a:t>1. Công suất định mức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sub>
                      </m:sSub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2. Trở kháng một pha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3. Hệ số trượt định mức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4. Điện trở rotor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5. Dòng điện định mức kênh d và q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𝑠𝑞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𝑠𝑑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C9F1744-9474-5EAB-5173-5A6853623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8674100" cy="6093296"/>
              </a:xfrm>
              <a:blipFill>
                <a:blip r:embed="rId2"/>
                <a:stretch>
                  <a:fillRect l="-1477" t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D8DF00A-F501-25DC-D5EC-56AA7EABDA3A}"/>
              </a:ext>
            </a:extLst>
          </p:cNvPr>
          <p:cNvSpPr txBox="1"/>
          <p:nvPr/>
        </p:nvSpPr>
        <p:spPr>
          <a:xfrm>
            <a:off x="1504950" y="6582702"/>
            <a:ext cx="6791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[1] Quang, N.P. and Dittrich, J.A., 2008. </a:t>
            </a:r>
            <a:r>
              <a:rPr lang="en-US" sz="800" b="0" i="1">
                <a:solidFill>
                  <a:srgbClr val="222222"/>
                </a:solidFill>
                <a:effectLst/>
                <a:latin typeface="+mj-lt"/>
              </a:rPr>
              <a:t>Vector control of three-phase AC machines</a:t>
            </a:r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 (Vol. 2). Heidelberg: springer.</a:t>
            </a:r>
            <a:endParaRPr lang="en-US" sz="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55871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DB2A7-6CFA-C9D0-806C-FA56D158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AEF9-FA73-45D3-A2A8-FFD412A9A334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BE2422-0435-6900-5643-0358FC51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460C7-96B6-4F26-E05A-52C06A97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Xác định tham số động cơ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C9F1744-9474-5EAB-5173-5A6853623FC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8674100" cy="60932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/>
                  <a:t>6. Tốc độ trượt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7. Hằng số thời gian mạch Rotor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𝑠𝑞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𝑠𝑑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8. Điện kháng rò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𝑠𝑑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𝑠𝑞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9. Điện kháng chính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𝑠𝑑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C9F1744-9474-5EAB-5173-5A6853623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8674100" cy="6093296"/>
              </a:xfrm>
              <a:blipFill>
                <a:blip r:embed="rId2"/>
                <a:stretch>
                  <a:fillRect l="-1477" t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D8DF00A-F501-25DC-D5EC-56AA7EABDA3A}"/>
              </a:ext>
            </a:extLst>
          </p:cNvPr>
          <p:cNvSpPr txBox="1"/>
          <p:nvPr/>
        </p:nvSpPr>
        <p:spPr>
          <a:xfrm>
            <a:off x="1504950" y="6582702"/>
            <a:ext cx="6791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[1] Quang, N.P. and Dittrich, J.A., 2008. </a:t>
            </a:r>
            <a:r>
              <a:rPr lang="en-US" sz="800" b="0" i="1">
                <a:solidFill>
                  <a:srgbClr val="222222"/>
                </a:solidFill>
                <a:effectLst/>
                <a:latin typeface="+mj-lt"/>
              </a:rPr>
              <a:t>Vector control of three-phase AC machines</a:t>
            </a:r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 (Vol. 2). Heidelberg: springer.</a:t>
            </a:r>
            <a:endParaRPr lang="en-US" sz="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2413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DB2A7-6CFA-C9D0-806C-FA56D158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AEF9-FA73-45D3-A2A8-FFD412A9A334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BE2422-0435-6900-5643-0358FC51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460C7-96B6-4F26-E05A-52C06A97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Xác định tham số động cơ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C9F1744-9474-5EAB-5173-5A6853623FC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8674100" cy="60932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/>
                  <a:t>10. Điện trở stator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𝑠𝑑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𝑠𝑞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11. Hệ số rò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12. Hằng số thời gian mạch Stator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r>
                  <a:rPr lang="en-US" sz="2800"/>
                  <a:t>13. Điện cảm rotor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  <a:p>
                <a:pPr marL="0" indent="0" algn="just">
                  <a:buNone/>
                </a:pPr>
                <a:r>
                  <a:rPr lang="en-US" sz="2800"/>
                  <a:t>14. Hỗ cảm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C9F1744-9474-5EAB-5173-5A6853623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8674100" cy="6093296"/>
              </a:xfrm>
              <a:blipFill>
                <a:blip r:embed="rId2"/>
                <a:stretch>
                  <a:fillRect l="-1477" t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D8DF00A-F501-25DC-D5EC-56AA7EABDA3A}"/>
              </a:ext>
            </a:extLst>
          </p:cNvPr>
          <p:cNvSpPr txBox="1"/>
          <p:nvPr/>
        </p:nvSpPr>
        <p:spPr>
          <a:xfrm>
            <a:off x="1504950" y="6582702"/>
            <a:ext cx="6791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[1] Quang, N.P. and Dittrich, J.A., 2008. </a:t>
            </a:r>
            <a:r>
              <a:rPr lang="en-US" sz="800" b="0" i="1">
                <a:solidFill>
                  <a:srgbClr val="222222"/>
                </a:solidFill>
                <a:effectLst/>
                <a:latin typeface="+mj-lt"/>
              </a:rPr>
              <a:t>Vector control of three-phase AC machines</a:t>
            </a:r>
            <a:r>
              <a:rPr lang="en-US" sz="800" b="0" i="0">
                <a:solidFill>
                  <a:srgbClr val="222222"/>
                </a:solidFill>
                <a:effectLst/>
                <a:latin typeface="+mj-lt"/>
              </a:rPr>
              <a:t> (Vol. 2). Heidelberg: springer.</a:t>
            </a:r>
            <a:endParaRPr lang="en-US" sz="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2707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8C1137-1F3F-4F42-943F-012EB3F9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DAFB6-40E1-497C-AF2E-9251DA5A3A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Tính toán tham số động cơ sau: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0B763-8ACA-4927-9954-1ACC087F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5FA0-2DB8-49D9-9321-6E8E0ADD35DB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8431A-6300-4D1E-8463-2E32A0C8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12</a:t>
            </a:fld>
            <a:endParaRPr lang="en-US"/>
          </a:p>
        </p:txBody>
      </p:sp>
      <p:pic>
        <p:nvPicPr>
          <p:cNvPr id="1028" name="Picture 4" descr="Brand motor abb">
            <a:extLst>
              <a:ext uri="{FF2B5EF4-FFF2-40B4-BE49-F238E27FC236}">
                <a16:creationId xmlns:a16="http://schemas.microsoft.com/office/drawing/2014/main" id="{143598D3-7707-F05A-6AFB-40399CB5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41537"/>
            <a:ext cx="4467225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DFF430-0621-2525-FB83-A9BEBF480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48" y="1941537"/>
            <a:ext cx="43207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20493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_Theme" id="{C5018719-CCA5-4EBD-BDD5-7DB0676CB327}" vid="{CC0204E7-7A8E-4912-9DA5-645593F14530}"/>
    </a:ext>
  </a:extLst>
</a:theme>
</file>

<file path=ppt/theme/theme2.xml><?xml version="1.0" encoding="utf-8"?>
<a:theme xmlns:a="http://schemas.openxmlformats.org/drawingml/2006/main" name="HUST_Blue_3x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o_Font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UST_Blue_3x4" id="{E9C3FC82-82D2-4AAD-BD92-7992C598749A}" vid="{D3A53013-773D-40F3-A96D-6AF0BB3DF18E}"/>
    </a:ext>
  </a:extLst>
</a:theme>
</file>

<file path=ppt/theme/theme3.xml><?xml version="1.0" encoding="utf-8"?>
<a:theme xmlns:a="http://schemas.openxmlformats.org/drawingml/2006/main" name="HUST_B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UST_Blue" id="{33F2556D-02B0-4E68-89CF-8B61F113F686}" vid="{C3470F3B-A8C9-4587-A5BF-ED00CFD4889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C02AFE1E61A641A641F83E96467DF8" ma:contentTypeVersion="3" ma:contentTypeDescription="Create a new document." ma:contentTypeScope="" ma:versionID="59995b1e6055044dc04512afb84bf6ca">
  <xsd:schema xmlns:xsd="http://www.w3.org/2001/XMLSchema" xmlns:xs="http://www.w3.org/2001/XMLSchema" xmlns:p="http://schemas.microsoft.com/office/2006/metadata/properties" xmlns:ns2="32db70e5-13ec-4056-bbc2-9270d8b70a01" targetNamespace="http://schemas.microsoft.com/office/2006/metadata/properties" ma:root="true" ma:fieldsID="5852e02f251d440f38c5578580b78c76" ns2:_="">
    <xsd:import namespace="32db70e5-13ec-4056-bbc2-9270d8b70a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db70e5-13ec-4056-bbc2-9270d8b70a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63F23D-8BF8-4242-B5AB-EDABEE63BD93}">
  <ds:schemaRefs>
    <ds:schemaRef ds:uri="4ac55e38-cb84-4e57-9d30-a570d730e789"/>
    <ds:schemaRef ds:uri="8fac9b28-5b19-4fd5-b90e-df464cceef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5D5032-2B80-4BA2-B555-446280D6B470}"/>
</file>

<file path=customXml/itemProps3.xml><?xml version="1.0" encoding="utf-8"?>
<ds:datastoreItem xmlns:ds="http://schemas.openxmlformats.org/officeDocument/2006/customXml" ds:itemID="{35577F7E-856A-40FB-B7B3-D7A8FFA2E7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Lecture_Theme</Template>
  <TotalTime>2892</TotalTime>
  <Words>804</Words>
  <Application>Microsoft Office PowerPoint</Application>
  <PresentationFormat>On-screen Show (4:3)</PresentationFormat>
  <Paragraphs>136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Asana</vt:lpstr>
      <vt:lpstr>Bahnschrift SemiBold</vt:lpstr>
      <vt:lpstr>Bahnschrift SemiCondensed</vt:lpstr>
      <vt:lpstr>Bahnschrift SemiLight</vt:lpstr>
      <vt:lpstr>Calibri</vt:lpstr>
      <vt:lpstr>Cambria Math</vt:lpstr>
      <vt:lpstr>Lato</vt:lpstr>
      <vt:lpstr>Lato Black</vt:lpstr>
      <vt:lpstr>Wingdings</vt:lpstr>
      <vt:lpstr>Lecture_Theme</vt:lpstr>
      <vt:lpstr>HUST_Blue_3x4</vt:lpstr>
      <vt:lpstr>HUST_Blue</vt:lpstr>
      <vt:lpstr>EE4332 Design of Electrical  Drive System</vt:lpstr>
      <vt:lpstr>General introduction</vt:lpstr>
      <vt:lpstr>LECTURE 2-2 AC Motor drives</vt:lpstr>
      <vt:lpstr>Outlines</vt:lpstr>
      <vt:lpstr>Hệ biến tần động cơ không đồng bộ</vt:lpstr>
      <vt:lpstr>Nguyên lý điều khiển FOC</vt:lpstr>
      <vt:lpstr>Nguyên lý điều khiển FOC</vt:lpstr>
      <vt:lpstr>Nguyên lý điều khiển FOC</vt:lpstr>
      <vt:lpstr>Xác định tham số động cơ</vt:lpstr>
      <vt:lpstr>Xác định tham số động cơ</vt:lpstr>
      <vt:lpstr>Xác định tham số động cơ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EE3510 Fundamental of Electric Drives</dc:title>
  <dc:creator>Nguyen Duy Dinh</dc:creator>
  <cp:lastModifiedBy>Nguyen Duy Dinh</cp:lastModifiedBy>
  <cp:revision>2</cp:revision>
  <cp:lastPrinted>2021-09-27T06:51:35Z</cp:lastPrinted>
  <dcterms:created xsi:type="dcterms:W3CDTF">2021-02-21T03:44:53Z</dcterms:created>
  <dcterms:modified xsi:type="dcterms:W3CDTF">2023-08-05T04:47:41Z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0x0101006DC02AFE1E61A641A641F83E96467DF8</vt:lpwstr>
  </property>
</Properties>
</file>