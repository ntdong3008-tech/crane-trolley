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8" r:id="rId6"/>
  </p:sldMasterIdLst>
  <p:notesMasterIdLst>
    <p:notesMasterId r:id="rId41"/>
  </p:notesMasterIdLst>
  <p:sldIdLst>
    <p:sldId id="256" r:id="rId7"/>
    <p:sldId id="258" r:id="rId8"/>
    <p:sldId id="261" r:id="rId9"/>
    <p:sldId id="260" r:id="rId10"/>
    <p:sldId id="289" r:id="rId11"/>
    <p:sldId id="257" r:id="rId12"/>
    <p:sldId id="262" r:id="rId13"/>
    <p:sldId id="263" r:id="rId14"/>
    <p:sldId id="264" r:id="rId15"/>
    <p:sldId id="266" r:id="rId16"/>
    <p:sldId id="265" r:id="rId17"/>
    <p:sldId id="267" r:id="rId18"/>
    <p:sldId id="268" r:id="rId19"/>
    <p:sldId id="269" r:id="rId20"/>
    <p:sldId id="271" r:id="rId21"/>
    <p:sldId id="270" r:id="rId22"/>
    <p:sldId id="272" r:id="rId23"/>
    <p:sldId id="273" r:id="rId24"/>
    <p:sldId id="274" r:id="rId25"/>
    <p:sldId id="275" r:id="rId26"/>
    <p:sldId id="276" r:id="rId27"/>
    <p:sldId id="278" r:id="rId28"/>
    <p:sldId id="279" r:id="rId29"/>
    <p:sldId id="280" r:id="rId30"/>
    <p:sldId id="281" r:id="rId31"/>
    <p:sldId id="277" r:id="rId32"/>
    <p:sldId id="290" r:id="rId33"/>
    <p:sldId id="283" r:id="rId34"/>
    <p:sldId id="282" r:id="rId35"/>
    <p:sldId id="285" r:id="rId36"/>
    <p:sldId id="284" r:id="rId37"/>
    <p:sldId id="288" r:id="rId38"/>
    <p:sldId id="286" r:id="rId39"/>
    <p:sldId id="287" r:id="rId4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5C0000"/>
    <a:srgbClr val="87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0E673-50F7-4805-9F04-B82E0203A7DC}" v="8" dt="2022-03-31T22:59:56.744"/>
    <p1510:client id="{6143AE58-DA46-439D-B5BF-0A9DF11A1219}" v="100" dt="2022-03-31T16:48:03.894"/>
    <p1510:client id="{6B8CEF63-EA73-41F2-8D8E-7EFE017C6D83}" v="67" dt="2022-03-31T10:59:22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02" autoAdjust="0"/>
    <p:restoredTop sz="96856" autoAdjust="0"/>
  </p:normalViewPr>
  <p:slideViewPr>
    <p:cSldViewPr snapToGrid="0">
      <p:cViewPr varScale="1">
        <p:scale>
          <a:sx n="114" d="100"/>
          <a:sy n="114" d="100"/>
        </p:scale>
        <p:origin x="97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5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microsoft.com/office/2016/11/relationships/changesInfo" Target="changesInfos/changesInfo1.xml"/><Relationship Id="rId20" Type="http://schemas.openxmlformats.org/officeDocument/2006/relationships/slide" Target="slides/slide14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Duy Dinh" userId="85d577be-e431-452d-a307-edf6bcf4bedc" providerId="ADAL" clId="{6143AE58-DA46-439D-B5BF-0A9DF11A1219}"/>
    <pc:docChg chg="undo redo custSel delSld modSld sldOrd">
      <pc:chgData name="Nguyen Duy Dinh" userId="85d577be-e431-452d-a307-edf6bcf4bedc" providerId="ADAL" clId="{6143AE58-DA46-439D-B5BF-0A9DF11A1219}" dt="2022-03-31T16:47:41.589" v="803" actId="47"/>
      <pc:docMkLst>
        <pc:docMk/>
      </pc:docMkLst>
      <pc:sldChg chg="modSp mod">
        <pc:chgData name="Nguyen Duy Dinh" userId="85d577be-e431-452d-a307-edf6bcf4bedc" providerId="ADAL" clId="{6143AE58-DA46-439D-B5BF-0A9DF11A1219}" dt="2022-03-31T16:26:53.017" v="587" actId="6549"/>
        <pc:sldMkLst>
          <pc:docMk/>
          <pc:sldMk cId="1162238985" sldId="256"/>
        </pc:sldMkLst>
        <pc:spChg chg="mod">
          <ac:chgData name="Nguyen Duy Dinh" userId="85d577be-e431-452d-a307-edf6bcf4bedc" providerId="ADAL" clId="{6143AE58-DA46-439D-B5BF-0A9DF11A1219}" dt="2022-03-31T16:26:53.017" v="587" actId="6549"/>
          <ac:spMkLst>
            <pc:docMk/>
            <pc:sldMk cId="1162238985" sldId="256"/>
            <ac:spMk id="3" creationId="{898B4B86-5171-4507-AD36-CC897924BAF3}"/>
          </ac:spMkLst>
        </pc:spChg>
      </pc:sldChg>
      <pc:sldChg chg="modSp mod ord">
        <pc:chgData name="Nguyen Duy Dinh" userId="85d577be-e431-452d-a307-edf6bcf4bedc" providerId="ADAL" clId="{6143AE58-DA46-439D-B5BF-0A9DF11A1219}" dt="2022-03-31T16:46:31.203" v="798" actId="20577"/>
        <pc:sldMkLst>
          <pc:docMk/>
          <pc:sldMk cId="1425465758" sldId="258"/>
        </pc:sldMkLst>
        <pc:spChg chg="mod">
          <ac:chgData name="Nguyen Duy Dinh" userId="85d577be-e431-452d-a307-edf6bcf4bedc" providerId="ADAL" clId="{6143AE58-DA46-439D-B5BF-0A9DF11A1219}" dt="2022-03-31T16:46:31.203" v="798" actId="20577"/>
          <ac:spMkLst>
            <pc:docMk/>
            <pc:sldMk cId="1425465758" sldId="258"/>
            <ac:spMk id="2" creationId="{831112B6-4B5C-46C9-98A8-076A7CF8AC7F}"/>
          </ac:spMkLst>
        </pc:spChg>
      </pc:sldChg>
      <pc:sldChg chg="modSp del mod ord">
        <pc:chgData name="Nguyen Duy Dinh" userId="85d577be-e431-452d-a307-edf6bcf4bedc" providerId="ADAL" clId="{6143AE58-DA46-439D-B5BF-0A9DF11A1219}" dt="2022-03-31T16:46:27.898" v="797" actId="47"/>
        <pc:sldMkLst>
          <pc:docMk/>
          <pc:sldMk cId="3934209097" sldId="259"/>
        </pc:sldMkLst>
        <pc:spChg chg="mod">
          <ac:chgData name="Nguyen Duy Dinh" userId="85d577be-e431-452d-a307-edf6bcf4bedc" providerId="ADAL" clId="{6143AE58-DA46-439D-B5BF-0A9DF11A1219}" dt="2022-03-31T16:46:25.444" v="796" actId="6549"/>
          <ac:spMkLst>
            <pc:docMk/>
            <pc:sldMk cId="3934209097" sldId="259"/>
            <ac:spMk id="2" creationId="{831112B6-4B5C-46C9-98A8-076A7CF8AC7F}"/>
          </ac:spMkLst>
        </pc:spChg>
      </pc:sldChg>
      <pc:sldChg chg="addSp delSp modSp mod ord">
        <pc:chgData name="Nguyen Duy Dinh" userId="85d577be-e431-452d-a307-edf6bcf4bedc" providerId="ADAL" clId="{6143AE58-DA46-439D-B5BF-0A9DF11A1219}" dt="2022-03-31T16:46:43.315" v="800"/>
        <pc:sldMkLst>
          <pc:docMk/>
          <pc:sldMk cId="1325599369" sldId="260"/>
        </pc:sldMkLst>
        <pc:spChg chg="add del">
          <ac:chgData name="Nguyen Duy Dinh" userId="85d577be-e431-452d-a307-edf6bcf4bedc" providerId="ADAL" clId="{6143AE58-DA46-439D-B5BF-0A9DF11A1219}" dt="2022-03-31T16:10:32.663" v="2"/>
          <ac:spMkLst>
            <pc:docMk/>
            <pc:sldMk cId="1325599369" sldId="260"/>
            <ac:spMk id="4" creationId="{3943485C-4E68-488E-94D4-CE718C3C59A5}"/>
          </ac:spMkLst>
        </pc:spChg>
        <pc:picChg chg="add mod modCrop">
          <ac:chgData name="Nguyen Duy Dinh" userId="85d577be-e431-452d-a307-edf6bcf4bedc" providerId="ADAL" clId="{6143AE58-DA46-439D-B5BF-0A9DF11A1219}" dt="2022-03-31T16:11:11.961" v="13" actId="408"/>
          <ac:picMkLst>
            <pc:docMk/>
            <pc:sldMk cId="1325599369" sldId="260"/>
            <ac:picMk id="5" creationId="{629D84FC-B8F8-4194-A790-A94C16E68A91}"/>
          </ac:picMkLst>
        </pc:picChg>
        <pc:picChg chg="add mod">
          <ac:chgData name="Nguyen Duy Dinh" userId="85d577be-e431-452d-a307-edf6bcf4bedc" providerId="ADAL" clId="{6143AE58-DA46-439D-B5BF-0A9DF11A1219}" dt="2022-03-31T16:11:11.961" v="13" actId="408"/>
          <ac:picMkLst>
            <pc:docMk/>
            <pc:sldMk cId="1325599369" sldId="260"/>
            <ac:picMk id="6" creationId="{180D04A6-A47B-4B3F-A68D-EE91B0BB237A}"/>
          </ac:picMkLst>
        </pc:picChg>
        <pc:picChg chg="mod">
          <ac:chgData name="Nguyen Duy Dinh" userId="85d577be-e431-452d-a307-edf6bcf4bedc" providerId="ADAL" clId="{6143AE58-DA46-439D-B5BF-0A9DF11A1219}" dt="2022-03-31T16:11:11.961" v="13" actId="408"/>
          <ac:picMkLst>
            <pc:docMk/>
            <pc:sldMk cId="1325599369" sldId="260"/>
            <ac:picMk id="1026" creationId="{AA896AB8-F1A4-48DE-8B8D-C4085729201C}"/>
          </ac:picMkLst>
        </pc:picChg>
        <pc:picChg chg="del">
          <ac:chgData name="Nguyen Duy Dinh" userId="85d577be-e431-452d-a307-edf6bcf4bedc" providerId="ADAL" clId="{6143AE58-DA46-439D-B5BF-0A9DF11A1219}" dt="2022-03-31T16:09:56.660" v="0" actId="478"/>
          <ac:picMkLst>
            <pc:docMk/>
            <pc:sldMk cId="1325599369" sldId="260"/>
            <ac:picMk id="1028" creationId="{03E2BFDE-A953-4EAA-9034-0543D05E327C}"/>
          </ac:picMkLst>
        </pc:picChg>
        <pc:picChg chg="mod">
          <ac:chgData name="Nguyen Duy Dinh" userId="85d577be-e431-452d-a307-edf6bcf4bedc" providerId="ADAL" clId="{6143AE58-DA46-439D-B5BF-0A9DF11A1219}" dt="2022-03-31T16:11:11.961" v="13" actId="408"/>
          <ac:picMkLst>
            <pc:docMk/>
            <pc:sldMk cId="1325599369" sldId="260"/>
            <ac:picMk id="1030" creationId="{B2858141-7E3F-4D72-8A70-A262D9278FD8}"/>
          </ac:picMkLst>
        </pc:picChg>
      </pc:sldChg>
      <pc:sldChg chg="modSp mod">
        <pc:chgData name="Nguyen Duy Dinh" userId="85d577be-e431-452d-a307-edf6bcf4bedc" providerId="ADAL" clId="{6143AE58-DA46-439D-B5BF-0A9DF11A1219}" dt="2022-03-31T16:47:15.279" v="802" actId="20577"/>
        <pc:sldMkLst>
          <pc:docMk/>
          <pc:sldMk cId="3606134216" sldId="261"/>
        </pc:sldMkLst>
        <pc:spChg chg="mod">
          <ac:chgData name="Nguyen Duy Dinh" userId="85d577be-e431-452d-a307-edf6bcf4bedc" providerId="ADAL" clId="{6143AE58-DA46-439D-B5BF-0A9DF11A1219}" dt="2022-03-31T16:47:15.279" v="802" actId="20577"/>
          <ac:spMkLst>
            <pc:docMk/>
            <pc:sldMk cId="3606134216" sldId="261"/>
            <ac:spMk id="2" creationId="{831112B6-4B5C-46C9-98A8-076A7CF8AC7F}"/>
          </ac:spMkLst>
        </pc:spChg>
      </pc:sldChg>
      <pc:sldChg chg="modSp mod">
        <pc:chgData name="Nguyen Duy Dinh" userId="85d577be-e431-452d-a307-edf6bcf4bedc" providerId="ADAL" clId="{6143AE58-DA46-439D-B5BF-0A9DF11A1219}" dt="2022-03-31T16:28:01.641" v="589" actId="208"/>
        <pc:sldMkLst>
          <pc:docMk/>
          <pc:sldMk cId="1222268107" sldId="273"/>
        </pc:sldMkLst>
        <pc:cxnChg chg="mod">
          <ac:chgData name="Nguyen Duy Dinh" userId="85d577be-e431-452d-a307-edf6bcf4bedc" providerId="ADAL" clId="{6143AE58-DA46-439D-B5BF-0A9DF11A1219}" dt="2022-03-31T16:28:01.641" v="589" actId="208"/>
          <ac:cxnSpMkLst>
            <pc:docMk/>
            <pc:sldMk cId="1222268107" sldId="273"/>
            <ac:cxnSpMk id="24" creationId="{B755BE20-31FF-47C3-881A-593A1B260A53}"/>
          </ac:cxnSpMkLst>
        </pc:cxnChg>
      </pc:sldChg>
      <pc:sldChg chg="modSp mod">
        <pc:chgData name="Nguyen Duy Dinh" userId="85d577be-e431-452d-a307-edf6bcf4bedc" providerId="ADAL" clId="{6143AE58-DA46-439D-B5BF-0A9DF11A1219}" dt="2022-03-31T16:28:56.302" v="592" actId="1076"/>
        <pc:sldMkLst>
          <pc:docMk/>
          <pc:sldMk cId="2072900676" sldId="274"/>
        </pc:sldMkLst>
        <pc:spChg chg="mod">
          <ac:chgData name="Nguyen Duy Dinh" userId="85d577be-e431-452d-a307-edf6bcf4bedc" providerId="ADAL" clId="{6143AE58-DA46-439D-B5BF-0A9DF11A1219}" dt="2022-03-31T16:28:52.015" v="591" actId="403"/>
          <ac:spMkLst>
            <pc:docMk/>
            <pc:sldMk cId="2072900676" sldId="274"/>
            <ac:spMk id="2" creationId="{D5E34675-E665-4FA0-8493-F442F32EA4C0}"/>
          </ac:spMkLst>
        </pc:spChg>
        <pc:spChg chg="mod">
          <ac:chgData name="Nguyen Duy Dinh" userId="85d577be-e431-452d-a307-edf6bcf4bedc" providerId="ADAL" clId="{6143AE58-DA46-439D-B5BF-0A9DF11A1219}" dt="2022-03-31T16:28:56.302" v="592" actId="1076"/>
          <ac:spMkLst>
            <pc:docMk/>
            <pc:sldMk cId="2072900676" sldId="274"/>
            <ac:spMk id="28" creationId="{FF918116-5011-482B-8165-06B910CF9B0E}"/>
          </ac:spMkLst>
        </pc:spChg>
      </pc:sldChg>
      <pc:sldChg chg="modSp mod">
        <pc:chgData name="Nguyen Duy Dinh" userId="85d577be-e431-452d-a307-edf6bcf4bedc" providerId="ADAL" clId="{6143AE58-DA46-439D-B5BF-0A9DF11A1219}" dt="2022-03-31T16:36:45.418" v="663" actId="5793"/>
        <pc:sldMkLst>
          <pc:docMk/>
          <pc:sldMk cId="1688587378" sldId="277"/>
        </pc:sldMkLst>
        <pc:spChg chg="mod">
          <ac:chgData name="Nguyen Duy Dinh" userId="85d577be-e431-452d-a307-edf6bcf4bedc" providerId="ADAL" clId="{6143AE58-DA46-439D-B5BF-0A9DF11A1219}" dt="2022-03-31T16:36:45.418" v="663" actId="5793"/>
          <ac:spMkLst>
            <pc:docMk/>
            <pc:sldMk cId="1688587378" sldId="277"/>
            <ac:spMk id="2" creationId="{59391812-2899-4BBF-989C-72C42AAC708C}"/>
          </ac:spMkLst>
        </pc:spChg>
      </pc:sldChg>
      <pc:sldChg chg="modSp mod">
        <pc:chgData name="Nguyen Duy Dinh" userId="85d577be-e431-452d-a307-edf6bcf4bedc" providerId="ADAL" clId="{6143AE58-DA46-439D-B5BF-0A9DF11A1219}" dt="2022-03-31T16:36:07.183" v="656" actId="1076"/>
        <pc:sldMkLst>
          <pc:docMk/>
          <pc:sldMk cId="4204680665" sldId="279"/>
        </pc:sldMkLst>
        <pc:spChg chg="mod">
          <ac:chgData name="Nguyen Duy Dinh" userId="85d577be-e431-452d-a307-edf6bcf4bedc" providerId="ADAL" clId="{6143AE58-DA46-439D-B5BF-0A9DF11A1219}" dt="2022-03-31T16:30:53.896" v="599" actId="20577"/>
          <ac:spMkLst>
            <pc:docMk/>
            <pc:sldMk cId="4204680665" sldId="279"/>
            <ac:spMk id="2" creationId="{AC81B3FB-2926-4439-92EF-1A5B44F2183E}"/>
          </ac:spMkLst>
        </pc:spChg>
        <pc:spChg chg="mod">
          <ac:chgData name="Nguyen Duy Dinh" userId="85d577be-e431-452d-a307-edf6bcf4bedc" providerId="ADAL" clId="{6143AE58-DA46-439D-B5BF-0A9DF11A1219}" dt="2022-03-31T16:31:02.258" v="601" actId="404"/>
          <ac:spMkLst>
            <pc:docMk/>
            <pc:sldMk cId="4204680665" sldId="279"/>
            <ac:spMk id="6" creationId="{486B9F7E-D72F-46C2-8216-20FA54ED1115}"/>
          </ac:spMkLst>
        </pc:spChg>
        <pc:spChg chg="mod">
          <ac:chgData name="Nguyen Duy Dinh" userId="85d577be-e431-452d-a307-edf6bcf4bedc" providerId="ADAL" clId="{6143AE58-DA46-439D-B5BF-0A9DF11A1219}" dt="2022-03-31T16:36:07.183" v="656" actId="1076"/>
          <ac:spMkLst>
            <pc:docMk/>
            <pc:sldMk cId="4204680665" sldId="279"/>
            <ac:spMk id="11" creationId="{A36D73AA-F098-4B59-A74F-57D58BDDA098}"/>
          </ac:spMkLst>
        </pc:spChg>
      </pc:sldChg>
      <pc:sldChg chg="modSp mod">
        <pc:chgData name="Nguyen Duy Dinh" userId="85d577be-e431-452d-a307-edf6bcf4bedc" providerId="ADAL" clId="{6143AE58-DA46-439D-B5BF-0A9DF11A1219}" dt="2022-03-31T16:36:17.155" v="658" actId="404"/>
        <pc:sldMkLst>
          <pc:docMk/>
          <pc:sldMk cId="1326479751" sldId="280"/>
        </pc:sldMkLst>
        <pc:spChg chg="mod">
          <ac:chgData name="Nguyen Duy Dinh" userId="85d577be-e431-452d-a307-edf6bcf4bedc" providerId="ADAL" clId="{6143AE58-DA46-439D-B5BF-0A9DF11A1219}" dt="2022-03-31T16:36:17.155" v="658" actId="404"/>
          <ac:spMkLst>
            <pc:docMk/>
            <pc:sldMk cId="1326479751" sldId="280"/>
            <ac:spMk id="2" creationId="{AC81B3FB-2926-4439-92EF-1A5B44F2183E}"/>
          </ac:spMkLst>
        </pc:spChg>
        <pc:spChg chg="mod">
          <ac:chgData name="Nguyen Duy Dinh" userId="85d577be-e431-452d-a307-edf6bcf4bedc" providerId="ADAL" clId="{6143AE58-DA46-439D-B5BF-0A9DF11A1219}" dt="2022-03-31T16:32:45.103" v="624" actId="1076"/>
          <ac:spMkLst>
            <pc:docMk/>
            <pc:sldMk cId="1326479751" sldId="280"/>
            <ac:spMk id="6" creationId="{486B9F7E-D72F-46C2-8216-20FA54ED1115}"/>
          </ac:spMkLst>
        </pc:spChg>
        <pc:spChg chg="mod">
          <ac:chgData name="Nguyen Duy Dinh" userId="85d577be-e431-452d-a307-edf6bcf4bedc" providerId="ADAL" clId="{6143AE58-DA46-439D-B5BF-0A9DF11A1219}" dt="2022-03-31T16:36:13.495" v="657" actId="1076"/>
          <ac:spMkLst>
            <pc:docMk/>
            <pc:sldMk cId="1326479751" sldId="280"/>
            <ac:spMk id="11" creationId="{A36D73AA-F098-4B59-A74F-57D58BDDA098}"/>
          </ac:spMkLst>
        </pc:spChg>
        <pc:picChg chg="mod">
          <ac:chgData name="Nguyen Duy Dinh" userId="85d577be-e431-452d-a307-edf6bcf4bedc" providerId="ADAL" clId="{6143AE58-DA46-439D-B5BF-0A9DF11A1219}" dt="2022-03-31T16:32:45.103" v="624" actId="1076"/>
          <ac:picMkLst>
            <pc:docMk/>
            <pc:sldMk cId="1326479751" sldId="280"/>
            <ac:picMk id="5" creationId="{73A543EE-F53A-432A-8458-F7B5E019EB7B}"/>
          </ac:picMkLst>
        </pc:picChg>
        <pc:picChg chg="mod">
          <ac:chgData name="Nguyen Duy Dinh" userId="85d577be-e431-452d-a307-edf6bcf4bedc" providerId="ADAL" clId="{6143AE58-DA46-439D-B5BF-0A9DF11A1219}" dt="2022-03-31T16:32:00.760" v="620" actId="1076"/>
          <ac:picMkLst>
            <pc:docMk/>
            <pc:sldMk cId="1326479751" sldId="280"/>
            <ac:picMk id="8" creationId="{8F3774CC-B047-47D8-ACFB-02A4B13306FC}"/>
          </ac:picMkLst>
        </pc:picChg>
        <pc:picChg chg="mod">
          <ac:chgData name="Nguyen Duy Dinh" userId="85d577be-e431-452d-a307-edf6bcf4bedc" providerId="ADAL" clId="{6143AE58-DA46-439D-B5BF-0A9DF11A1219}" dt="2022-03-31T16:32:00.760" v="620" actId="1076"/>
          <ac:picMkLst>
            <pc:docMk/>
            <pc:sldMk cId="1326479751" sldId="280"/>
            <ac:picMk id="9" creationId="{7AEEAB74-C721-4580-BCB6-E2A38F836B27}"/>
          </ac:picMkLst>
        </pc:picChg>
        <pc:picChg chg="mod">
          <ac:chgData name="Nguyen Duy Dinh" userId="85d577be-e431-452d-a307-edf6bcf4bedc" providerId="ADAL" clId="{6143AE58-DA46-439D-B5BF-0A9DF11A1219}" dt="2022-03-31T16:32:00.760" v="620" actId="1076"/>
          <ac:picMkLst>
            <pc:docMk/>
            <pc:sldMk cId="1326479751" sldId="280"/>
            <ac:picMk id="13" creationId="{45690526-28FD-4AA1-B9B0-0AEA4099342E}"/>
          </ac:picMkLst>
        </pc:picChg>
      </pc:sldChg>
      <pc:sldChg chg="modSp mod">
        <pc:chgData name="Nguyen Duy Dinh" userId="85d577be-e431-452d-a307-edf6bcf4bedc" providerId="ADAL" clId="{6143AE58-DA46-439D-B5BF-0A9DF11A1219}" dt="2022-03-31T16:35:54.849" v="655" actId="948"/>
        <pc:sldMkLst>
          <pc:docMk/>
          <pc:sldMk cId="2312226840" sldId="281"/>
        </pc:sldMkLst>
        <pc:spChg chg="mod">
          <ac:chgData name="Nguyen Duy Dinh" userId="85d577be-e431-452d-a307-edf6bcf4bedc" providerId="ADAL" clId="{6143AE58-DA46-439D-B5BF-0A9DF11A1219}" dt="2022-03-31T16:35:54.849" v="655" actId="948"/>
          <ac:spMkLst>
            <pc:docMk/>
            <pc:sldMk cId="2312226840" sldId="281"/>
            <ac:spMk id="2" creationId="{AC81B3FB-2926-4439-92EF-1A5B44F2183E}"/>
          </ac:spMkLst>
        </pc:spChg>
        <pc:spChg chg="mod">
          <ac:chgData name="Nguyen Duy Dinh" userId="85d577be-e431-452d-a307-edf6bcf4bedc" providerId="ADAL" clId="{6143AE58-DA46-439D-B5BF-0A9DF11A1219}" dt="2022-03-31T16:33:41.186" v="641" actId="404"/>
          <ac:spMkLst>
            <pc:docMk/>
            <pc:sldMk cId="2312226840" sldId="281"/>
            <ac:spMk id="6" creationId="{486B9F7E-D72F-46C2-8216-20FA54ED1115}"/>
          </ac:spMkLst>
        </pc:spChg>
        <pc:spChg chg="mod">
          <ac:chgData name="Nguyen Duy Dinh" userId="85d577be-e431-452d-a307-edf6bcf4bedc" providerId="ADAL" clId="{6143AE58-DA46-439D-B5BF-0A9DF11A1219}" dt="2022-03-31T16:33:51.108" v="643" actId="207"/>
          <ac:spMkLst>
            <pc:docMk/>
            <pc:sldMk cId="2312226840" sldId="281"/>
            <ac:spMk id="11" creationId="{A36D73AA-F098-4B59-A74F-57D58BDDA098}"/>
          </ac:spMkLst>
        </pc:spChg>
        <pc:picChg chg="mod">
          <ac:chgData name="Nguyen Duy Dinh" userId="85d577be-e431-452d-a307-edf6bcf4bedc" providerId="ADAL" clId="{6143AE58-DA46-439D-B5BF-0A9DF11A1219}" dt="2022-03-31T16:33:35.463" v="640" actId="1076"/>
          <ac:picMkLst>
            <pc:docMk/>
            <pc:sldMk cId="2312226840" sldId="281"/>
            <ac:picMk id="7" creationId="{B422E5AE-5754-4822-9780-044ABBA1D8F5}"/>
          </ac:picMkLst>
        </pc:picChg>
      </pc:sldChg>
      <pc:sldChg chg="modSp mod">
        <pc:chgData name="Nguyen Duy Dinh" userId="85d577be-e431-452d-a307-edf6bcf4bedc" providerId="ADAL" clId="{6143AE58-DA46-439D-B5BF-0A9DF11A1219}" dt="2022-03-31T16:39:58.359" v="729" actId="1076"/>
        <pc:sldMkLst>
          <pc:docMk/>
          <pc:sldMk cId="3992294276" sldId="282"/>
        </pc:sldMkLst>
        <pc:spChg chg="mod">
          <ac:chgData name="Nguyen Duy Dinh" userId="85d577be-e431-452d-a307-edf6bcf4bedc" providerId="ADAL" clId="{6143AE58-DA46-439D-B5BF-0A9DF11A1219}" dt="2022-03-31T16:39:48.936" v="728" actId="14100"/>
          <ac:spMkLst>
            <pc:docMk/>
            <pc:sldMk cId="3992294276" sldId="282"/>
            <ac:spMk id="2" creationId="{AC81B3FB-2926-4439-92EF-1A5B44F2183E}"/>
          </ac:spMkLst>
        </pc:spChg>
        <pc:spChg chg="mod">
          <ac:chgData name="Nguyen Duy Dinh" userId="85d577be-e431-452d-a307-edf6bcf4bedc" providerId="ADAL" clId="{6143AE58-DA46-439D-B5BF-0A9DF11A1219}" dt="2022-03-31T16:39:58.359" v="729" actId="1076"/>
          <ac:spMkLst>
            <pc:docMk/>
            <pc:sldMk cId="3992294276" sldId="282"/>
            <ac:spMk id="60" creationId="{6FEC76AA-7764-4F59-9D00-C74DB83A0CF1}"/>
          </ac:spMkLst>
        </pc:spChg>
      </pc:sldChg>
      <pc:sldChg chg="modSp mod">
        <pc:chgData name="Nguyen Duy Dinh" userId="85d577be-e431-452d-a307-edf6bcf4bedc" providerId="ADAL" clId="{6143AE58-DA46-439D-B5BF-0A9DF11A1219}" dt="2022-03-31T16:38:56.432" v="716" actId="14100"/>
        <pc:sldMkLst>
          <pc:docMk/>
          <pc:sldMk cId="3180876688" sldId="283"/>
        </pc:sldMkLst>
        <pc:spChg chg="mod">
          <ac:chgData name="Nguyen Duy Dinh" userId="85d577be-e431-452d-a307-edf6bcf4bedc" providerId="ADAL" clId="{6143AE58-DA46-439D-B5BF-0A9DF11A1219}" dt="2022-03-31T16:38:56.432" v="716" actId="14100"/>
          <ac:spMkLst>
            <pc:docMk/>
            <pc:sldMk cId="3180876688" sldId="283"/>
            <ac:spMk id="2" creationId="{AC81B3FB-2926-4439-92EF-1A5B44F2183E}"/>
          </ac:spMkLst>
        </pc:spChg>
      </pc:sldChg>
      <pc:sldChg chg="modSp mod">
        <pc:chgData name="Nguyen Duy Dinh" userId="85d577be-e431-452d-a307-edf6bcf4bedc" providerId="ADAL" clId="{6143AE58-DA46-439D-B5BF-0A9DF11A1219}" dt="2022-03-31T16:42:38.390" v="740" actId="404"/>
        <pc:sldMkLst>
          <pc:docMk/>
          <pc:sldMk cId="4121527742" sldId="284"/>
        </pc:sldMkLst>
        <pc:spChg chg="mod">
          <ac:chgData name="Nguyen Duy Dinh" userId="85d577be-e431-452d-a307-edf6bcf4bedc" providerId="ADAL" clId="{6143AE58-DA46-439D-B5BF-0A9DF11A1219}" dt="2022-03-31T16:42:28.958" v="737" actId="948"/>
          <ac:spMkLst>
            <pc:docMk/>
            <pc:sldMk cId="4121527742" sldId="284"/>
            <ac:spMk id="2" creationId="{551AC092-D7EC-42EA-BF9A-1F77222FDEDF}"/>
          </ac:spMkLst>
        </pc:spChg>
        <pc:spChg chg="mod">
          <ac:chgData name="Nguyen Duy Dinh" userId="85d577be-e431-452d-a307-edf6bcf4bedc" providerId="ADAL" clId="{6143AE58-DA46-439D-B5BF-0A9DF11A1219}" dt="2022-03-31T16:42:00.467" v="731" actId="404"/>
          <ac:spMkLst>
            <pc:docMk/>
            <pc:sldMk cId="4121527742" sldId="284"/>
            <ac:spMk id="3" creationId="{FE46C218-4B8E-4CA2-A06E-EED1F14F29C3}"/>
          </ac:spMkLst>
        </pc:spChg>
        <pc:spChg chg="mod">
          <ac:chgData name="Nguyen Duy Dinh" userId="85d577be-e431-452d-a307-edf6bcf4bedc" providerId="ADAL" clId="{6143AE58-DA46-439D-B5BF-0A9DF11A1219}" dt="2022-03-31T16:42:38.390" v="740" actId="404"/>
          <ac:spMkLst>
            <pc:docMk/>
            <pc:sldMk cId="4121527742" sldId="284"/>
            <ac:spMk id="9" creationId="{7BDC4CFD-F0F9-49BE-9459-C1BDA7AB6BE2}"/>
          </ac:spMkLst>
        </pc:spChg>
      </pc:sldChg>
      <pc:sldChg chg="delSp modSp mod">
        <pc:chgData name="Nguyen Duy Dinh" userId="85d577be-e431-452d-a307-edf6bcf4bedc" providerId="ADAL" clId="{6143AE58-DA46-439D-B5BF-0A9DF11A1219}" dt="2022-03-31T16:43:54.618" v="762" actId="20577"/>
        <pc:sldMkLst>
          <pc:docMk/>
          <pc:sldMk cId="2237522605" sldId="286"/>
        </pc:sldMkLst>
        <pc:spChg chg="mod">
          <ac:chgData name="Nguyen Duy Dinh" userId="85d577be-e431-452d-a307-edf6bcf4bedc" providerId="ADAL" clId="{6143AE58-DA46-439D-B5BF-0A9DF11A1219}" dt="2022-03-31T16:43:54.618" v="762" actId="20577"/>
          <ac:spMkLst>
            <pc:docMk/>
            <pc:sldMk cId="2237522605" sldId="286"/>
            <ac:spMk id="10" creationId="{00EAAF38-D7F9-458F-978D-9ADBE9F88979}"/>
          </ac:spMkLst>
        </pc:spChg>
        <pc:spChg chg="del mod">
          <ac:chgData name="Nguyen Duy Dinh" userId="85d577be-e431-452d-a307-edf6bcf4bedc" providerId="ADAL" clId="{6143AE58-DA46-439D-B5BF-0A9DF11A1219}" dt="2022-03-31T16:43:40.460" v="758" actId="478"/>
          <ac:spMkLst>
            <pc:docMk/>
            <pc:sldMk cId="2237522605" sldId="286"/>
            <ac:spMk id="15" creationId="{15E67C72-A414-43E8-8052-FA4EF62E60F5}"/>
          </ac:spMkLst>
        </pc:spChg>
        <pc:picChg chg="del">
          <ac:chgData name="Nguyen Duy Dinh" userId="85d577be-e431-452d-a307-edf6bcf4bedc" providerId="ADAL" clId="{6143AE58-DA46-439D-B5BF-0A9DF11A1219}" dt="2022-03-31T16:43:31.345" v="754" actId="478"/>
          <ac:picMkLst>
            <pc:docMk/>
            <pc:sldMk cId="2237522605" sldId="286"/>
            <ac:picMk id="14" creationId="{88756E52-6646-4069-A2BF-0FF8225202ED}"/>
          </ac:picMkLst>
        </pc:picChg>
      </pc:sldChg>
      <pc:sldChg chg="modSp mod">
        <pc:chgData name="Nguyen Duy Dinh" userId="85d577be-e431-452d-a307-edf6bcf4bedc" providerId="ADAL" clId="{6143AE58-DA46-439D-B5BF-0A9DF11A1219}" dt="2022-03-31T16:43:11.766" v="750" actId="14100"/>
        <pc:sldMkLst>
          <pc:docMk/>
          <pc:sldMk cId="2633963164" sldId="288"/>
        </pc:sldMkLst>
        <pc:spChg chg="mod">
          <ac:chgData name="Nguyen Duy Dinh" userId="85d577be-e431-452d-a307-edf6bcf4bedc" providerId="ADAL" clId="{6143AE58-DA46-439D-B5BF-0A9DF11A1219}" dt="2022-03-31T16:43:02.618" v="747" actId="404"/>
          <ac:spMkLst>
            <pc:docMk/>
            <pc:sldMk cId="2633963164" sldId="288"/>
            <ac:spMk id="2" creationId="{551AC092-D7EC-42EA-BF9A-1F77222FDEDF}"/>
          </ac:spMkLst>
        </pc:spChg>
        <pc:spChg chg="mod">
          <ac:chgData name="Nguyen Duy Dinh" userId="85d577be-e431-452d-a307-edf6bcf4bedc" providerId="ADAL" clId="{6143AE58-DA46-439D-B5BF-0A9DF11A1219}" dt="2022-03-31T16:42:48.601" v="742" actId="404"/>
          <ac:spMkLst>
            <pc:docMk/>
            <pc:sldMk cId="2633963164" sldId="288"/>
            <ac:spMk id="3" creationId="{FE46C218-4B8E-4CA2-A06E-EED1F14F29C3}"/>
          </ac:spMkLst>
        </pc:spChg>
        <pc:spChg chg="mod">
          <ac:chgData name="Nguyen Duy Dinh" userId="85d577be-e431-452d-a307-edf6bcf4bedc" providerId="ADAL" clId="{6143AE58-DA46-439D-B5BF-0A9DF11A1219}" dt="2022-03-31T16:43:11.766" v="750" actId="14100"/>
          <ac:spMkLst>
            <pc:docMk/>
            <pc:sldMk cId="2633963164" sldId="288"/>
            <ac:spMk id="9" creationId="{7BDC4CFD-F0F9-49BE-9459-C1BDA7AB6BE2}"/>
          </ac:spMkLst>
        </pc:spChg>
      </pc:sldChg>
      <pc:sldChg chg="modSp mod">
        <pc:chgData name="Nguyen Duy Dinh" userId="85d577be-e431-452d-a307-edf6bcf4bedc" providerId="ADAL" clId="{6143AE58-DA46-439D-B5BF-0A9DF11A1219}" dt="2022-03-31T16:27:00.207" v="588"/>
        <pc:sldMkLst>
          <pc:docMk/>
          <pc:sldMk cId="3715294999" sldId="289"/>
        </pc:sldMkLst>
        <pc:spChg chg="mod">
          <ac:chgData name="Nguyen Duy Dinh" userId="85d577be-e431-452d-a307-edf6bcf4bedc" providerId="ADAL" clId="{6143AE58-DA46-439D-B5BF-0A9DF11A1219}" dt="2022-03-31T16:27:00.207" v="588"/>
          <ac:spMkLst>
            <pc:docMk/>
            <pc:sldMk cId="3715294999" sldId="289"/>
            <ac:spMk id="3" creationId="{898B4B86-5171-4507-AD36-CC897924BAF3}"/>
          </ac:spMkLst>
        </pc:spChg>
      </pc:sldChg>
      <pc:sldChg chg="modSp mod">
        <pc:chgData name="Nguyen Duy Dinh" userId="85d577be-e431-452d-a307-edf6bcf4bedc" providerId="ADAL" clId="{6143AE58-DA46-439D-B5BF-0A9DF11A1219}" dt="2022-03-31T16:37:48.024" v="685" actId="1035"/>
        <pc:sldMkLst>
          <pc:docMk/>
          <pc:sldMk cId="2623377359" sldId="290"/>
        </pc:sldMkLst>
        <pc:spChg chg="mod">
          <ac:chgData name="Nguyen Duy Dinh" userId="85d577be-e431-452d-a307-edf6bcf4bedc" providerId="ADAL" clId="{6143AE58-DA46-439D-B5BF-0A9DF11A1219}" dt="2022-03-31T16:37:39.002" v="674" actId="404"/>
          <ac:spMkLst>
            <pc:docMk/>
            <pc:sldMk cId="2623377359" sldId="290"/>
            <ac:spMk id="2" creationId="{CA6CAFEE-CF69-42A5-BC64-D8BB41ADA365}"/>
          </ac:spMkLst>
        </pc:spChg>
        <pc:picChg chg="mod">
          <ac:chgData name="Nguyen Duy Dinh" userId="85d577be-e431-452d-a307-edf6bcf4bedc" providerId="ADAL" clId="{6143AE58-DA46-439D-B5BF-0A9DF11A1219}" dt="2022-03-31T16:37:48.024" v="685" actId="1035"/>
          <ac:picMkLst>
            <pc:docMk/>
            <pc:sldMk cId="2623377359" sldId="290"/>
            <ac:picMk id="7" creationId="{8E836883-FEEA-4665-AF70-D9C38D31D8ED}"/>
          </ac:picMkLst>
        </pc:picChg>
      </pc:sldChg>
      <pc:sldChg chg="del">
        <pc:chgData name="Nguyen Duy Dinh" userId="85d577be-e431-452d-a307-edf6bcf4bedc" providerId="ADAL" clId="{6143AE58-DA46-439D-B5BF-0A9DF11A1219}" dt="2022-03-31T16:47:41.589" v="803" actId="47"/>
        <pc:sldMkLst>
          <pc:docMk/>
          <pc:sldMk cId="3580258743" sldId="311"/>
        </pc:sldMkLst>
      </pc:sldChg>
    </pc:docChg>
  </pc:docChgLst>
  <pc:docChgLst>
    <pc:chgData name="Nguyen Duy Dinh" userId="85d577be-e431-452d-a307-edf6bcf4bedc" providerId="ADAL" clId="{4410E673-50F7-4805-9F04-B82E0203A7DC}"/>
    <pc:docChg chg="modSld">
      <pc:chgData name="Nguyen Duy Dinh" userId="85d577be-e431-452d-a307-edf6bcf4bedc" providerId="ADAL" clId="{4410E673-50F7-4805-9F04-B82E0203A7DC}" dt="2022-03-31T22:59:56.744" v="7" actId="6549"/>
      <pc:docMkLst>
        <pc:docMk/>
      </pc:docMkLst>
      <pc:sldChg chg="modSp mod">
        <pc:chgData name="Nguyen Duy Dinh" userId="85d577be-e431-452d-a307-edf6bcf4bedc" providerId="ADAL" clId="{4410E673-50F7-4805-9F04-B82E0203A7DC}" dt="2022-03-31T22:59:28.848" v="5" actId="404"/>
        <pc:sldMkLst>
          <pc:docMk/>
          <pc:sldMk cId="482990398" sldId="266"/>
        </pc:sldMkLst>
        <pc:spChg chg="mod">
          <ac:chgData name="Nguyen Duy Dinh" userId="85d577be-e431-452d-a307-edf6bcf4bedc" providerId="ADAL" clId="{4410E673-50F7-4805-9F04-B82E0203A7DC}" dt="2022-03-31T22:59:18.555" v="2" actId="404"/>
          <ac:spMkLst>
            <pc:docMk/>
            <pc:sldMk cId="482990398" sldId="266"/>
            <ac:spMk id="8" creationId="{153F8CC1-F4F4-455E-BA22-2D632B569385}"/>
          </ac:spMkLst>
        </pc:spChg>
        <pc:spChg chg="mod">
          <ac:chgData name="Nguyen Duy Dinh" userId="85d577be-e431-452d-a307-edf6bcf4bedc" providerId="ADAL" clId="{4410E673-50F7-4805-9F04-B82E0203A7DC}" dt="2022-03-31T22:59:21.744" v="3" actId="14100"/>
          <ac:spMkLst>
            <pc:docMk/>
            <pc:sldMk cId="482990398" sldId="266"/>
            <ac:spMk id="10" creationId="{F3DD9707-99DD-4516-8DC9-0790C253378F}"/>
          </ac:spMkLst>
        </pc:spChg>
        <pc:spChg chg="mod">
          <ac:chgData name="Nguyen Duy Dinh" userId="85d577be-e431-452d-a307-edf6bcf4bedc" providerId="ADAL" clId="{4410E673-50F7-4805-9F04-B82E0203A7DC}" dt="2022-03-31T22:59:15.260" v="1" actId="404"/>
          <ac:spMkLst>
            <pc:docMk/>
            <pc:sldMk cId="482990398" sldId="266"/>
            <ac:spMk id="45" creationId="{0F13B82D-CA29-4EB6-A12D-A51845611263}"/>
          </ac:spMkLst>
        </pc:spChg>
        <pc:spChg chg="mod">
          <ac:chgData name="Nguyen Duy Dinh" userId="85d577be-e431-452d-a307-edf6bcf4bedc" providerId="ADAL" clId="{4410E673-50F7-4805-9F04-B82E0203A7DC}" dt="2022-03-31T22:59:11.235" v="0" actId="14100"/>
          <ac:spMkLst>
            <pc:docMk/>
            <pc:sldMk cId="482990398" sldId="266"/>
            <ac:spMk id="49" creationId="{2496FD70-735A-40AC-A013-6BA945FC19D1}"/>
          </ac:spMkLst>
        </pc:spChg>
        <pc:spChg chg="mod">
          <ac:chgData name="Nguyen Duy Dinh" userId="85d577be-e431-452d-a307-edf6bcf4bedc" providerId="ADAL" clId="{4410E673-50F7-4805-9F04-B82E0203A7DC}" dt="2022-03-31T22:59:24.852" v="4" actId="404"/>
          <ac:spMkLst>
            <pc:docMk/>
            <pc:sldMk cId="482990398" sldId="266"/>
            <ac:spMk id="57" creationId="{447A1082-F673-4734-9E01-03E0DE2654D6}"/>
          </ac:spMkLst>
        </pc:spChg>
        <pc:spChg chg="mod">
          <ac:chgData name="Nguyen Duy Dinh" userId="85d577be-e431-452d-a307-edf6bcf4bedc" providerId="ADAL" clId="{4410E673-50F7-4805-9F04-B82E0203A7DC}" dt="2022-03-31T22:59:28.848" v="5" actId="404"/>
          <ac:spMkLst>
            <pc:docMk/>
            <pc:sldMk cId="482990398" sldId="266"/>
            <ac:spMk id="68" creationId="{7A5F182E-BA07-47FD-9E8C-7D0618561EFE}"/>
          </ac:spMkLst>
        </pc:spChg>
      </pc:sldChg>
      <pc:sldChg chg="modSp">
        <pc:chgData name="Nguyen Duy Dinh" userId="85d577be-e431-452d-a307-edf6bcf4bedc" providerId="ADAL" clId="{4410E673-50F7-4805-9F04-B82E0203A7DC}" dt="2022-03-31T22:59:56.744" v="7" actId="6549"/>
        <pc:sldMkLst>
          <pc:docMk/>
          <pc:sldMk cId="1688587378" sldId="277"/>
        </pc:sldMkLst>
        <pc:spChg chg="mod">
          <ac:chgData name="Nguyen Duy Dinh" userId="85d577be-e431-452d-a307-edf6bcf4bedc" providerId="ADAL" clId="{4410E673-50F7-4805-9F04-B82E0203A7DC}" dt="2022-03-31T22:59:56.744" v="7" actId="6549"/>
          <ac:spMkLst>
            <pc:docMk/>
            <pc:sldMk cId="1688587378" sldId="277"/>
            <ac:spMk id="2" creationId="{59391812-2899-4BBF-989C-72C42AAC708C}"/>
          </ac:spMkLst>
        </pc:spChg>
      </pc:sldChg>
    </pc:docChg>
  </pc:docChgLst>
  <pc:docChgLst>
    <pc:chgData name="Nguyen Duy Dinh" userId="85d577be-e431-452d-a307-edf6bcf4bedc" providerId="ADAL" clId="{6B8CEF63-EA73-41F2-8D8E-7EFE017C6D83}"/>
    <pc:docChg chg="undo custSel modSld sldOrd modMainMaster">
      <pc:chgData name="Nguyen Duy Dinh" userId="85d577be-e431-452d-a307-edf6bcf4bedc" providerId="ADAL" clId="{6B8CEF63-EA73-41F2-8D8E-7EFE017C6D83}" dt="2022-03-31T10:59:22.407" v="388" actId="5793"/>
      <pc:docMkLst>
        <pc:docMk/>
      </pc:docMkLst>
      <pc:sldChg chg="addSp delSp modSp mod modClrScheme chgLayout">
        <pc:chgData name="Nguyen Duy Dinh" userId="85d577be-e431-452d-a307-edf6bcf4bedc" providerId="ADAL" clId="{6B8CEF63-EA73-41F2-8D8E-7EFE017C6D83}" dt="2022-03-31T10:40:56.525" v="122" actId="2711"/>
        <pc:sldMkLst>
          <pc:docMk/>
          <pc:sldMk cId="1162238985" sldId="256"/>
        </pc:sldMkLst>
        <pc:spChg chg="mod ord">
          <ac:chgData name="Nguyen Duy Dinh" userId="85d577be-e431-452d-a307-edf6bcf4bedc" providerId="ADAL" clId="{6B8CEF63-EA73-41F2-8D8E-7EFE017C6D83}" dt="2022-03-31T10:40:24.717" v="76" actId="2711"/>
          <ac:spMkLst>
            <pc:docMk/>
            <pc:sldMk cId="1162238985" sldId="256"/>
            <ac:spMk id="2" creationId="{F4D6AF4C-30C3-491D-A44E-5E4051800C63}"/>
          </ac:spMkLst>
        </pc:spChg>
        <pc:spChg chg="mod ord">
          <ac:chgData name="Nguyen Duy Dinh" userId="85d577be-e431-452d-a307-edf6bcf4bedc" providerId="ADAL" clId="{6B8CEF63-EA73-41F2-8D8E-7EFE017C6D83}" dt="2022-03-31T10:40:56.525" v="122" actId="2711"/>
          <ac:spMkLst>
            <pc:docMk/>
            <pc:sldMk cId="1162238985" sldId="256"/>
            <ac:spMk id="3" creationId="{898B4B86-5171-4507-AD36-CC897924BAF3}"/>
          </ac:spMkLst>
        </pc:spChg>
        <pc:spChg chg="add del mod">
          <ac:chgData name="Nguyen Duy Dinh" userId="85d577be-e431-452d-a307-edf6bcf4bedc" providerId="ADAL" clId="{6B8CEF63-EA73-41F2-8D8E-7EFE017C6D83}" dt="2022-03-31T10:39:49.336" v="61"/>
          <ac:spMkLst>
            <pc:docMk/>
            <pc:sldMk cId="1162238985" sldId="256"/>
            <ac:spMk id="4" creationId="{16D4EA53-F0DC-423B-AB55-4FA31408E65C}"/>
          </ac:spMkLst>
        </pc:spChg>
        <pc:spChg chg="add del mod">
          <ac:chgData name="Nguyen Duy Dinh" userId="85d577be-e431-452d-a307-edf6bcf4bedc" providerId="ADAL" clId="{6B8CEF63-EA73-41F2-8D8E-7EFE017C6D83}" dt="2022-03-31T10:39:49.336" v="61"/>
          <ac:spMkLst>
            <pc:docMk/>
            <pc:sldMk cId="1162238985" sldId="256"/>
            <ac:spMk id="5" creationId="{A36765F0-AEA0-4BC1-BA27-2444FC6F6771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3:50.393" v="184" actId="403"/>
        <pc:sldMkLst>
          <pc:docMk/>
          <pc:sldMk cId="748595989" sldId="257"/>
        </pc:sldMkLst>
        <pc:spChg chg="mod ord">
          <ac:chgData name="Nguyen Duy Dinh" userId="85d577be-e431-452d-a307-edf6bcf4bedc" providerId="ADAL" clId="{6B8CEF63-EA73-41F2-8D8E-7EFE017C6D83}" dt="2022-03-31T10:43:50.393" v="184" actId="403"/>
          <ac:spMkLst>
            <pc:docMk/>
            <pc:sldMk cId="748595989" sldId="257"/>
            <ac:spMk id="2" creationId="{831112B6-4B5C-46C9-98A8-076A7CF8AC7F}"/>
          </ac:spMkLst>
        </pc:spChg>
        <pc:spChg chg="mod ord">
          <ac:chgData name="Nguyen Duy Dinh" userId="85d577be-e431-452d-a307-edf6bcf4bedc" providerId="ADAL" clId="{6B8CEF63-EA73-41F2-8D8E-7EFE017C6D83}" dt="2022-03-31T10:43:40.298" v="178"/>
          <ac:spMkLst>
            <pc:docMk/>
            <pc:sldMk cId="748595989" sldId="257"/>
            <ac:spMk id="3" creationId="{4B323C5B-8A89-43E2-BCCE-51AB2170330B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748595989" sldId="257"/>
            <ac:spMk id="4" creationId="{21712CDF-56E6-471A-B976-44EDD2902F9E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748595989" sldId="257"/>
            <ac:spMk id="5" creationId="{89E47A51-E1DE-469E-8F1E-03D28CD26E24}"/>
          </ac:spMkLst>
        </pc:spChg>
        <pc:spChg chg="add del mod">
          <ac:chgData name="Nguyen Duy Dinh" userId="85d577be-e431-452d-a307-edf6bcf4bedc" providerId="ADAL" clId="{6B8CEF63-EA73-41F2-8D8E-7EFE017C6D83}" dt="2022-03-31T10:43:40.298" v="178"/>
          <ac:spMkLst>
            <pc:docMk/>
            <pc:sldMk cId="748595989" sldId="257"/>
            <ac:spMk id="6" creationId="{6EF57863-7265-45C6-8E07-9342120FAE56}"/>
          </ac:spMkLst>
        </pc:spChg>
        <pc:spChg chg="add del mod">
          <ac:chgData name="Nguyen Duy Dinh" userId="85d577be-e431-452d-a307-edf6bcf4bedc" providerId="ADAL" clId="{6B8CEF63-EA73-41F2-8D8E-7EFE017C6D83}" dt="2022-03-31T10:43:40.298" v="178"/>
          <ac:spMkLst>
            <pc:docMk/>
            <pc:sldMk cId="748595989" sldId="257"/>
            <ac:spMk id="7" creationId="{918FA22E-ABD0-4AAE-AF1F-A452B894C72B}"/>
          </ac:spMkLst>
        </pc:spChg>
      </pc:sldChg>
      <pc:sldChg chg="addSp delSp modSp mod or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1425465758" sldId="258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425465758" sldId="258"/>
            <ac:spMk id="2" creationId="{831112B6-4B5C-46C9-98A8-076A7CF8AC7F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425465758" sldId="258"/>
            <ac:spMk id="3" creationId="{4B323C5B-8A89-43E2-BCCE-51AB2170330B}"/>
          </ac:spMkLst>
        </pc:spChg>
        <pc:spChg chg="mod">
          <ac:chgData name="Nguyen Duy Dinh" userId="85d577be-e431-452d-a307-edf6bcf4bedc" providerId="ADAL" clId="{6B8CEF63-EA73-41F2-8D8E-7EFE017C6D83}" dt="2022-03-31T10:38:14.833" v="57" actId="207"/>
          <ac:spMkLst>
            <pc:docMk/>
            <pc:sldMk cId="1425465758" sldId="258"/>
            <ac:spMk id="4" creationId="{B0DEBE5C-DFEC-43F4-9F67-B77621B657C2}"/>
          </ac:spMkLst>
        </pc:spChg>
        <pc:spChg chg="add del mod">
          <ac:chgData name="Nguyen Duy Dinh" userId="85d577be-e431-452d-a307-edf6bcf4bedc" providerId="ADAL" clId="{6B8CEF63-EA73-41F2-8D8E-7EFE017C6D83}" dt="2022-03-31T10:39:34.739" v="60"/>
          <ac:spMkLst>
            <pc:docMk/>
            <pc:sldMk cId="1425465758" sldId="258"/>
            <ac:spMk id="5" creationId="{4D5E74F2-0843-40FA-AB97-B4650B6EFB08}"/>
          </ac:spMkLst>
        </pc:spChg>
        <pc:spChg chg="add del mod">
          <ac:chgData name="Nguyen Duy Dinh" userId="85d577be-e431-452d-a307-edf6bcf4bedc" providerId="ADAL" clId="{6B8CEF63-EA73-41F2-8D8E-7EFE017C6D83}" dt="2022-03-31T10:39:34.739" v="60"/>
          <ac:spMkLst>
            <pc:docMk/>
            <pc:sldMk cId="1425465758" sldId="258"/>
            <ac:spMk id="6" creationId="{CC84B453-56B7-464F-9B8B-4EE40FC9CC22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425465758" sldId="258"/>
            <ac:spMk id="7" creationId="{2C44CA4E-4F25-4F50-B458-B29D88F88555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425465758" sldId="258"/>
            <ac:spMk id="8" creationId="{DA8A140A-9C24-46B5-BA7B-374A681B817D}"/>
          </ac:spMkLst>
        </pc:spChg>
      </pc:sldChg>
      <pc:sldChg chg="addSp delSp modSp mod or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3934209097" sldId="259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934209097" sldId="259"/>
            <ac:spMk id="2" creationId="{831112B6-4B5C-46C9-98A8-076A7CF8AC7F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934209097" sldId="259"/>
            <ac:spMk id="3" creationId="{4B323C5B-8A89-43E2-BCCE-51AB2170330B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934209097" sldId="259"/>
            <ac:spMk id="4" creationId="{4E59228F-9ABE-42D9-ACE6-858B18E25B09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934209097" sldId="259"/>
            <ac:spMk id="5" creationId="{64C9C31F-0053-434F-9312-822AF34528F3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47.400" v="170" actId="404"/>
        <pc:sldMkLst>
          <pc:docMk/>
          <pc:sldMk cId="1325599369" sldId="260"/>
        </pc:sldMkLst>
        <pc:spChg chg="mod ord">
          <ac:chgData name="Nguyen Duy Dinh" userId="85d577be-e431-452d-a307-edf6bcf4bedc" providerId="ADAL" clId="{6B8CEF63-EA73-41F2-8D8E-7EFE017C6D83}" dt="2022-03-31T10:42:47.400" v="170" actId="404"/>
          <ac:spMkLst>
            <pc:docMk/>
            <pc:sldMk cId="1325599369" sldId="260"/>
            <ac:spMk id="2" creationId="{831112B6-4B5C-46C9-98A8-076A7CF8AC7F}"/>
          </ac:spMkLst>
        </pc:spChg>
        <pc:spChg chg="mod ord">
          <ac:chgData name="Nguyen Duy Dinh" userId="85d577be-e431-452d-a307-edf6bcf4bedc" providerId="ADAL" clId="{6B8CEF63-EA73-41F2-8D8E-7EFE017C6D83}" dt="2022-03-31T10:42:42.938" v="166"/>
          <ac:spMkLst>
            <pc:docMk/>
            <pc:sldMk cId="1325599369" sldId="260"/>
            <ac:spMk id="3" creationId="{4B323C5B-8A89-43E2-BCCE-51AB2170330B}"/>
          </ac:spMkLst>
        </pc:spChg>
        <pc:spChg chg="add del mod">
          <ac:chgData name="Nguyen Duy Dinh" userId="85d577be-e431-452d-a307-edf6bcf4bedc" providerId="ADAL" clId="{6B8CEF63-EA73-41F2-8D8E-7EFE017C6D83}" dt="2022-03-31T10:42:42.938" v="166"/>
          <ac:spMkLst>
            <pc:docMk/>
            <pc:sldMk cId="1325599369" sldId="260"/>
            <ac:spMk id="4" creationId="{7E224E3A-CD7E-4B62-8563-A093ED401816}"/>
          </ac:spMkLst>
        </pc:spChg>
        <pc:spChg chg="add del mod">
          <ac:chgData name="Nguyen Duy Dinh" userId="85d577be-e431-452d-a307-edf6bcf4bedc" providerId="ADAL" clId="{6B8CEF63-EA73-41F2-8D8E-7EFE017C6D83}" dt="2022-03-31T10:42:42.938" v="166"/>
          <ac:spMkLst>
            <pc:docMk/>
            <pc:sldMk cId="1325599369" sldId="260"/>
            <ac:spMk id="5" creationId="{33740579-36D3-47F1-92AD-EB8773848DDC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3:15.476" v="176" actId="20577"/>
        <pc:sldMkLst>
          <pc:docMk/>
          <pc:sldMk cId="3606134216" sldId="261"/>
        </pc:sldMkLst>
        <pc:spChg chg="mod ord">
          <ac:chgData name="Nguyen Duy Dinh" userId="85d577be-e431-452d-a307-edf6bcf4bedc" providerId="ADAL" clId="{6B8CEF63-EA73-41F2-8D8E-7EFE017C6D83}" dt="2022-03-31T10:43:15.476" v="176" actId="20577"/>
          <ac:spMkLst>
            <pc:docMk/>
            <pc:sldMk cId="3606134216" sldId="261"/>
            <ac:spMk id="2" creationId="{831112B6-4B5C-46C9-98A8-076A7CF8AC7F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606134216" sldId="261"/>
            <ac:spMk id="3" creationId="{4B323C5B-8A89-43E2-BCCE-51AB2170330B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606134216" sldId="261"/>
            <ac:spMk id="4" creationId="{0DAA164F-AAF8-49D7-A6EC-A48AEA73C80F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606134216" sldId="261"/>
            <ac:spMk id="5" creationId="{58CEFB0C-CAE0-4CB9-92FC-D643B6EBF69F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9:05.403" v="227" actId="1076"/>
        <pc:sldMkLst>
          <pc:docMk/>
          <pc:sldMk cId="4088991197" sldId="262"/>
        </pc:sldMkLst>
        <pc:spChg chg="add del mod ord">
          <ac:chgData name="Nguyen Duy Dinh" userId="85d577be-e431-452d-a307-edf6bcf4bedc" providerId="ADAL" clId="{6B8CEF63-EA73-41F2-8D8E-7EFE017C6D83}" dt="2022-03-31T10:37:47.440" v="38" actId="700"/>
          <ac:spMkLst>
            <pc:docMk/>
            <pc:sldMk cId="4088991197" sldId="262"/>
            <ac:spMk id="2" creationId="{0063E72F-DC69-409A-910F-4E87FC17C67E}"/>
          </ac:spMkLst>
        </pc:spChg>
        <pc:spChg chg="mod ord">
          <ac:chgData name="Nguyen Duy Dinh" userId="85d577be-e431-452d-a307-edf6bcf4bedc" providerId="ADAL" clId="{6B8CEF63-EA73-41F2-8D8E-7EFE017C6D83}" dt="2022-03-31T10:44:17.862" v="189"/>
          <ac:spMkLst>
            <pc:docMk/>
            <pc:sldMk cId="4088991197" sldId="262"/>
            <ac:spMk id="3" creationId="{9530FBED-1AB8-456D-9335-EA82BA8B8E10}"/>
          </ac:spMkLst>
        </pc:spChg>
        <pc:spChg chg="add del mod ord">
          <ac:chgData name="Nguyen Duy Dinh" userId="85d577be-e431-452d-a307-edf6bcf4bedc" providerId="ADAL" clId="{6B8CEF63-EA73-41F2-8D8E-7EFE017C6D83}" dt="2022-03-31T10:42:59.089" v="171"/>
          <ac:spMkLst>
            <pc:docMk/>
            <pc:sldMk cId="4088991197" sldId="262"/>
            <ac:spMk id="5" creationId="{6614C322-C860-498F-A435-C8E6DB40F9E1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4088991197" sldId="262"/>
            <ac:spMk id="6" creationId="{59EBE22D-E7E7-4881-A513-1DEBE46842E0}"/>
          </ac:spMkLst>
        </pc:spChg>
        <pc:spChg chg="add del mod">
          <ac:chgData name="Nguyen Duy Dinh" userId="85d577be-e431-452d-a307-edf6bcf4bedc" providerId="ADAL" clId="{6B8CEF63-EA73-41F2-8D8E-7EFE017C6D83}" dt="2022-03-31T10:43:57.924" v="185" actId="478"/>
          <ac:spMkLst>
            <pc:docMk/>
            <pc:sldMk cId="4088991197" sldId="262"/>
            <ac:spMk id="7" creationId="{863A7912-DDA7-4D28-AF5E-185A04D247E4}"/>
          </ac:spMkLst>
        </pc:spChg>
        <pc:spChg chg="add del mod">
          <ac:chgData name="Nguyen Duy Dinh" userId="85d577be-e431-452d-a307-edf6bcf4bedc" providerId="ADAL" clId="{6B8CEF63-EA73-41F2-8D8E-7EFE017C6D83}" dt="2022-03-31T10:44:17.862" v="189"/>
          <ac:spMkLst>
            <pc:docMk/>
            <pc:sldMk cId="4088991197" sldId="262"/>
            <ac:spMk id="8" creationId="{FD14F625-3C9B-4C2B-9E42-A1B3EAF3ECA6}"/>
          </ac:spMkLst>
        </pc:spChg>
        <pc:spChg chg="add del mod">
          <ac:chgData name="Nguyen Duy Dinh" userId="85d577be-e431-452d-a307-edf6bcf4bedc" providerId="ADAL" clId="{6B8CEF63-EA73-41F2-8D8E-7EFE017C6D83}" dt="2022-03-31T10:44:17.862" v="189"/>
          <ac:spMkLst>
            <pc:docMk/>
            <pc:sldMk cId="4088991197" sldId="262"/>
            <ac:spMk id="9" creationId="{B545E4BD-0DDD-497F-9CDE-A517BCE76D6E}"/>
          </ac:spMkLst>
        </pc:spChg>
        <pc:graphicFrameChg chg="mod ord modGraphic">
          <ac:chgData name="Nguyen Duy Dinh" userId="85d577be-e431-452d-a307-edf6bcf4bedc" providerId="ADAL" clId="{6B8CEF63-EA73-41F2-8D8E-7EFE017C6D83}" dt="2022-03-31T10:46:05.479" v="208" actId="404"/>
          <ac:graphicFrameMkLst>
            <pc:docMk/>
            <pc:sldMk cId="4088991197" sldId="262"/>
            <ac:graphicFrameMk id="4" creationId="{6B26B755-4555-4A58-A72C-DEA869953222}"/>
          </ac:graphicFrameMkLst>
        </pc:graphicFrameChg>
        <pc:picChg chg="add mod">
          <ac:chgData name="Nguyen Duy Dinh" userId="85d577be-e431-452d-a307-edf6bcf4bedc" providerId="ADAL" clId="{6B8CEF63-EA73-41F2-8D8E-7EFE017C6D83}" dt="2022-03-31T10:46:43.955" v="213" actId="1076"/>
          <ac:picMkLst>
            <pc:docMk/>
            <pc:sldMk cId="4088991197" sldId="262"/>
            <ac:picMk id="10" creationId="{2675BC40-8BE4-46A4-AB73-F960EBCB857E}"/>
          </ac:picMkLst>
        </pc:picChg>
        <pc:picChg chg="add mod">
          <ac:chgData name="Nguyen Duy Dinh" userId="85d577be-e431-452d-a307-edf6bcf4bedc" providerId="ADAL" clId="{6B8CEF63-EA73-41F2-8D8E-7EFE017C6D83}" dt="2022-03-31T10:45:48.707" v="203" actId="1076"/>
          <ac:picMkLst>
            <pc:docMk/>
            <pc:sldMk cId="4088991197" sldId="262"/>
            <ac:picMk id="11" creationId="{A36B74A2-59F7-402B-8D82-FB381BE86FD7}"/>
          </ac:picMkLst>
        </pc:picChg>
        <pc:picChg chg="add mod">
          <ac:chgData name="Nguyen Duy Dinh" userId="85d577be-e431-452d-a307-edf6bcf4bedc" providerId="ADAL" clId="{6B8CEF63-EA73-41F2-8D8E-7EFE017C6D83}" dt="2022-03-31T10:46:41.659" v="212" actId="1076"/>
          <ac:picMkLst>
            <pc:docMk/>
            <pc:sldMk cId="4088991197" sldId="262"/>
            <ac:picMk id="12" creationId="{447154CA-3774-4237-B6EA-FCBF6DCA27EE}"/>
          </ac:picMkLst>
        </pc:picChg>
        <pc:picChg chg="add mod">
          <ac:chgData name="Nguyen Duy Dinh" userId="85d577be-e431-452d-a307-edf6bcf4bedc" providerId="ADAL" clId="{6B8CEF63-EA73-41F2-8D8E-7EFE017C6D83}" dt="2022-03-31T10:47:12.019" v="218" actId="1076"/>
          <ac:picMkLst>
            <pc:docMk/>
            <pc:sldMk cId="4088991197" sldId="262"/>
            <ac:picMk id="13" creationId="{63451F35-C5F8-4899-9D3F-F7B549754BE2}"/>
          </ac:picMkLst>
        </pc:picChg>
        <pc:picChg chg="add mod">
          <ac:chgData name="Nguyen Duy Dinh" userId="85d577be-e431-452d-a307-edf6bcf4bedc" providerId="ADAL" clId="{6B8CEF63-EA73-41F2-8D8E-7EFE017C6D83}" dt="2022-03-31T10:49:05.403" v="227" actId="1076"/>
          <ac:picMkLst>
            <pc:docMk/>
            <pc:sldMk cId="4088991197" sldId="262"/>
            <ac:picMk id="14" creationId="{167CEB2C-C8AA-4AB4-8A20-46D9B44E1E8D}"/>
          </ac:picMkLst>
        </pc:picChg>
        <pc:picChg chg="add mod">
          <ac:chgData name="Nguyen Duy Dinh" userId="85d577be-e431-452d-a307-edf6bcf4bedc" providerId="ADAL" clId="{6B8CEF63-EA73-41F2-8D8E-7EFE017C6D83}" dt="2022-03-31T10:49:05.403" v="227" actId="1076"/>
          <ac:picMkLst>
            <pc:docMk/>
            <pc:sldMk cId="4088991197" sldId="262"/>
            <ac:picMk id="15" creationId="{2604FBA2-5E7A-4AF5-9989-37EA805190A0}"/>
          </ac:picMkLst>
        </pc:pic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1491843486" sldId="263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491843486" sldId="263"/>
            <ac:spMk id="2" creationId="{6466D7B6-9FCA-4664-B693-D74A79A04E7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491843486" sldId="263"/>
            <ac:spMk id="3" creationId="{65B5840E-C437-483F-B652-E19B93FD89E7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491843486" sldId="263"/>
            <ac:spMk id="5" creationId="{3617B00D-32F1-4C80-92A1-2EDE30FD729D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491843486" sldId="263"/>
            <ac:spMk id="6" creationId="{ADDC8BA5-22E8-4647-804C-83F605279836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1:44.063" v="243" actId="404"/>
        <pc:sldMkLst>
          <pc:docMk/>
          <pc:sldMk cId="3819441548" sldId="264"/>
        </pc:sldMkLst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819441548" sldId="264"/>
            <ac:spMk id="2" creationId="{95BE37A1-79BA-461F-B7E0-EC97F3EE5367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819441548" sldId="264"/>
            <ac:spMk id="3" creationId="{65B5840E-C437-483F-B652-E19B93FD89E7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819441548" sldId="264"/>
            <ac:spMk id="4" creationId="{5F4415DB-645B-4E27-952A-07BE8162B3F8}"/>
          </ac:spMkLst>
        </pc:spChg>
        <pc:spChg chg="mod ord">
          <ac:chgData name="Nguyen Duy Dinh" userId="85d577be-e431-452d-a307-edf6bcf4bedc" providerId="ADAL" clId="{6B8CEF63-EA73-41F2-8D8E-7EFE017C6D83}" dt="2022-03-31T10:51:18.861" v="237" actId="14100"/>
          <ac:spMkLst>
            <pc:docMk/>
            <pc:sldMk cId="3819441548" sldId="264"/>
            <ac:spMk id="6" creationId="{AEACCADC-68CB-4AE6-ADA8-1F55176D4702}"/>
          </ac:spMkLst>
        </pc:spChg>
        <pc:spChg chg="mod">
          <ac:chgData name="Nguyen Duy Dinh" userId="85d577be-e431-452d-a307-edf6bcf4bedc" providerId="ADAL" clId="{6B8CEF63-EA73-41F2-8D8E-7EFE017C6D83}" dt="2022-03-31T10:51:32.167" v="240" actId="404"/>
          <ac:spMkLst>
            <pc:docMk/>
            <pc:sldMk cId="3819441548" sldId="264"/>
            <ac:spMk id="8" creationId="{153F8CC1-F4F4-455E-BA22-2D632B569385}"/>
          </ac:spMkLst>
        </pc:spChg>
        <pc:spChg chg="mod">
          <ac:chgData name="Nguyen Duy Dinh" userId="85d577be-e431-452d-a307-edf6bcf4bedc" providerId="ADAL" clId="{6B8CEF63-EA73-41F2-8D8E-7EFE017C6D83}" dt="2022-03-31T10:51:37.444" v="241" actId="14100"/>
          <ac:spMkLst>
            <pc:docMk/>
            <pc:sldMk cId="3819441548" sldId="264"/>
            <ac:spMk id="10" creationId="{F3DD9707-99DD-4516-8DC9-0790C253378F}"/>
          </ac:spMkLst>
        </pc:spChg>
        <pc:spChg chg="mod">
          <ac:chgData name="Nguyen Duy Dinh" userId="85d577be-e431-452d-a307-edf6bcf4bedc" providerId="ADAL" clId="{6B8CEF63-EA73-41F2-8D8E-7EFE017C6D83}" dt="2022-03-31T10:51:27.758" v="239" actId="404"/>
          <ac:spMkLst>
            <pc:docMk/>
            <pc:sldMk cId="3819441548" sldId="264"/>
            <ac:spMk id="45" creationId="{0F13B82D-CA29-4EB6-A12D-A51845611263}"/>
          </ac:spMkLst>
        </pc:spChg>
        <pc:spChg chg="mod">
          <ac:chgData name="Nguyen Duy Dinh" userId="85d577be-e431-452d-a307-edf6bcf4bedc" providerId="ADAL" clId="{6B8CEF63-EA73-41F2-8D8E-7EFE017C6D83}" dt="2022-03-31T10:51:23.433" v="238" actId="14100"/>
          <ac:spMkLst>
            <pc:docMk/>
            <pc:sldMk cId="3819441548" sldId="264"/>
            <ac:spMk id="49" creationId="{2496FD70-735A-40AC-A013-6BA945FC19D1}"/>
          </ac:spMkLst>
        </pc:spChg>
        <pc:spChg chg="mod">
          <ac:chgData name="Nguyen Duy Dinh" userId="85d577be-e431-452d-a307-edf6bcf4bedc" providerId="ADAL" clId="{6B8CEF63-EA73-41F2-8D8E-7EFE017C6D83}" dt="2022-03-31T10:51:40.910" v="242" actId="404"/>
          <ac:spMkLst>
            <pc:docMk/>
            <pc:sldMk cId="3819441548" sldId="264"/>
            <ac:spMk id="57" creationId="{447A1082-F673-4734-9E01-03E0DE2654D6}"/>
          </ac:spMkLst>
        </pc:spChg>
        <pc:spChg chg="mod">
          <ac:chgData name="Nguyen Duy Dinh" userId="85d577be-e431-452d-a307-edf6bcf4bedc" providerId="ADAL" clId="{6B8CEF63-EA73-41F2-8D8E-7EFE017C6D83}" dt="2022-03-31T10:51:44.063" v="243" actId="404"/>
          <ac:spMkLst>
            <pc:docMk/>
            <pc:sldMk cId="3819441548" sldId="264"/>
            <ac:spMk id="68" creationId="{7A5F182E-BA07-47FD-9E8C-7D0618561EFE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2:16.268" v="261" actId="14100"/>
        <pc:sldMkLst>
          <pc:docMk/>
          <pc:sldMk cId="3207611899" sldId="265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207611899" sldId="265"/>
            <ac:spMk id="3" creationId="{65B5840E-C437-483F-B652-E19B93FD89E7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207611899" sldId="265"/>
            <ac:spMk id="4" creationId="{C7DDA173-6B76-4900-9F32-5722BC4A337D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207611899" sldId="265"/>
            <ac:spMk id="5" creationId="{17B6F1CE-BAB9-45A4-A82D-5E0219EAE8CD}"/>
          </ac:spMkLst>
        </pc:spChg>
        <pc:spChg chg="mod ord">
          <ac:chgData name="Nguyen Duy Dinh" userId="85d577be-e431-452d-a307-edf6bcf4bedc" providerId="ADAL" clId="{6B8CEF63-EA73-41F2-8D8E-7EFE017C6D83}" dt="2022-03-31T10:52:16.268" v="261" actId="14100"/>
          <ac:spMkLst>
            <pc:docMk/>
            <pc:sldMk cId="3207611899" sldId="265"/>
            <ac:spMk id="73" creationId="{532FA253-0D4E-4630-8410-D8A52A7F5897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2:00.728" v="252" actId="20577"/>
        <pc:sldMkLst>
          <pc:docMk/>
          <pc:sldMk cId="482990398" sldId="266"/>
        </pc:sldMkLst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482990398" sldId="266"/>
            <ac:spMk id="2" creationId="{485C8C3B-FA7C-451A-80E2-8E650B12457B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482990398" sldId="266"/>
            <ac:spMk id="3" creationId="{65B5840E-C437-483F-B652-E19B93FD89E7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482990398" sldId="266"/>
            <ac:spMk id="4" creationId="{F627D00C-7DBA-41BF-BA51-BD116D7B3F9D}"/>
          </ac:spMkLst>
        </pc:spChg>
        <pc:spChg chg="mod ord">
          <ac:chgData name="Nguyen Duy Dinh" userId="85d577be-e431-452d-a307-edf6bcf4bedc" providerId="ADAL" clId="{6B8CEF63-EA73-41F2-8D8E-7EFE017C6D83}" dt="2022-03-31T10:52:00.728" v="252" actId="20577"/>
          <ac:spMkLst>
            <pc:docMk/>
            <pc:sldMk cId="482990398" sldId="266"/>
            <ac:spMk id="6" creationId="{AEACCADC-68CB-4AE6-ADA8-1F55176D4702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4:06.718" v="314" actId="2711"/>
        <pc:sldMkLst>
          <pc:docMk/>
          <pc:sldMk cId="310852264" sldId="267"/>
        </pc:sldMkLst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10852264" sldId="267"/>
            <ac:spMk id="2" creationId="{FD6A0B02-B4E8-4AD4-9C59-E7F2C77B7AA3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10852264" sldId="267"/>
            <ac:spMk id="3" creationId="{65B5840E-C437-483F-B652-E19B93FD89E7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10852264" sldId="267"/>
            <ac:spMk id="4" creationId="{6E8B6673-9758-4CEF-BA29-42BBF3DE623C}"/>
          </ac:spMkLst>
        </pc:spChg>
        <pc:spChg chg="mod ord">
          <ac:chgData name="Nguyen Duy Dinh" userId="85d577be-e431-452d-a307-edf6bcf4bedc" providerId="ADAL" clId="{6B8CEF63-EA73-41F2-8D8E-7EFE017C6D83}" dt="2022-03-31T10:54:06.718" v="314" actId="2711"/>
          <ac:spMkLst>
            <pc:docMk/>
            <pc:sldMk cId="310852264" sldId="267"/>
            <ac:spMk id="5" creationId="{1079D71E-DCF4-4DD6-9B2B-5CC230991564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4:27.440" v="318" actId="404"/>
        <pc:sldMkLst>
          <pc:docMk/>
          <pc:sldMk cId="1744353055" sldId="268"/>
        </pc:sldMkLst>
        <pc:spChg chg="add del mod ord">
          <ac:chgData name="Nguyen Duy Dinh" userId="85d577be-e431-452d-a307-edf6bcf4bedc" providerId="ADAL" clId="{6B8CEF63-EA73-41F2-8D8E-7EFE017C6D83}" dt="2022-03-31T10:37:42.177" v="21" actId="700"/>
          <ac:spMkLst>
            <pc:docMk/>
            <pc:sldMk cId="1744353055" sldId="268"/>
            <ac:spMk id="2" creationId="{59A23160-65A3-4711-898A-957919C6B074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744353055" sldId="268"/>
            <ac:spMk id="3" creationId="{65B5840E-C437-483F-B652-E19B93FD89E7}"/>
          </ac:spMkLst>
        </pc:spChg>
        <pc:spChg chg="add del mod ord">
          <ac:chgData name="Nguyen Duy Dinh" userId="85d577be-e431-452d-a307-edf6bcf4bedc" providerId="ADAL" clId="{6B8CEF63-EA73-41F2-8D8E-7EFE017C6D83}" dt="2022-03-31T10:37:47.440" v="38" actId="700"/>
          <ac:spMkLst>
            <pc:docMk/>
            <pc:sldMk cId="1744353055" sldId="268"/>
            <ac:spMk id="4" creationId="{7603C81F-977D-46C0-B4D3-4E548D7E78E4}"/>
          </ac:spMkLst>
        </pc:spChg>
        <pc:spChg chg="add del mod ord">
          <ac:chgData name="Nguyen Duy Dinh" userId="85d577be-e431-452d-a307-edf6bcf4bedc" providerId="ADAL" clId="{6B8CEF63-EA73-41F2-8D8E-7EFE017C6D83}" dt="2022-03-31T10:42:31.233" v="150" actId="700"/>
          <ac:spMkLst>
            <pc:docMk/>
            <pc:sldMk cId="1744353055" sldId="268"/>
            <ac:spMk id="5" creationId="{7A64E656-B5D0-4653-B4A2-9B3157FF6524}"/>
          </ac:spMkLst>
        </pc:spChg>
        <pc:spChg chg="add del mod ord">
          <ac:chgData name="Nguyen Duy Dinh" userId="85d577be-e431-452d-a307-edf6bcf4bedc" providerId="ADAL" clId="{6B8CEF63-EA73-41F2-8D8E-7EFE017C6D83}" dt="2022-03-31T10:42:59.089" v="171"/>
          <ac:spMkLst>
            <pc:docMk/>
            <pc:sldMk cId="1744353055" sldId="268"/>
            <ac:spMk id="6" creationId="{C26B6F49-0057-4D24-90F0-5FDCBBDC55CE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744353055" sldId="268"/>
            <ac:spMk id="7" creationId="{53A838EF-3A41-46BE-AA63-12CA3B670890}"/>
          </ac:spMkLst>
        </pc:spChg>
        <pc:spChg chg="add mod">
          <ac:chgData name="Nguyen Duy Dinh" userId="85d577be-e431-452d-a307-edf6bcf4bedc" providerId="ADAL" clId="{6B8CEF63-EA73-41F2-8D8E-7EFE017C6D83}" dt="2022-03-31T10:42:59.089" v="171"/>
          <ac:spMkLst>
            <pc:docMk/>
            <pc:sldMk cId="1744353055" sldId="268"/>
            <ac:spMk id="8" creationId="{E410073D-9907-4C6D-AC67-CFEA98805821}"/>
          </ac:spMkLst>
        </pc:spChg>
        <pc:spChg chg="mod">
          <ac:chgData name="Nguyen Duy Dinh" userId="85d577be-e431-452d-a307-edf6bcf4bedc" providerId="ADAL" clId="{6B8CEF63-EA73-41F2-8D8E-7EFE017C6D83}" dt="2022-03-31T10:54:20.934" v="316" actId="404"/>
          <ac:spMkLst>
            <pc:docMk/>
            <pc:sldMk cId="1744353055" sldId="268"/>
            <ac:spMk id="11" creationId="{02F349DF-6650-4BB8-932F-28E0C23EC858}"/>
          </ac:spMkLst>
        </pc:spChg>
        <pc:spChg chg="mod">
          <ac:chgData name="Nguyen Duy Dinh" userId="85d577be-e431-452d-a307-edf6bcf4bedc" providerId="ADAL" clId="{6B8CEF63-EA73-41F2-8D8E-7EFE017C6D83}" dt="2022-03-31T10:54:24.515" v="317" actId="404"/>
          <ac:spMkLst>
            <pc:docMk/>
            <pc:sldMk cId="1744353055" sldId="268"/>
            <ac:spMk id="12" creationId="{C54FA274-0616-476E-8D55-4E55CA6BF4C3}"/>
          </ac:spMkLst>
        </pc:spChg>
        <pc:spChg chg="mod">
          <ac:chgData name="Nguyen Duy Dinh" userId="85d577be-e431-452d-a307-edf6bcf4bedc" providerId="ADAL" clId="{6B8CEF63-EA73-41F2-8D8E-7EFE017C6D83}" dt="2022-03-31T10:54:16.486" v="315" actId="404"/>
          <ac:spMkLst>
            <pc:docMk/>
            <pc:sldMk cId="1744353055" sldId="268"/>
            <ac:spMk id="18" creationId="{1D996151-BA40-4F59-9484-6F91678EBAA2}"/>
          </ac:spMkLst>
        </pc:spChg>
        <pc:spChg chg="mod">
          <ac:chgData name="Nguyen Duy Dinh" userId="85d577be-e431-452d-a307-edf6bcf4bedc" providerId="ADAL" clId="{6B8CEF63-EA73-41F2-8D8E-7EFE017C6D83}" dt="2022-03-31T10:54:27.440" v="318" actId="404"/>
          <ac:spMkLst>
            <pc:docMk/>
            <pc:sldMk cId="1744353055" sldId="268"/>
            <ac:spMk id="21" creationId="{45FEF698-039A-4402-83F1-8436FDB350EC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4:55.093" v="321" actId="1076"/>
        <pc:sldMkLst>
          <pc:docMk/>
          <pc:sldMk cId="2004562528" sldId="269"/>
        </pc:sldMkLst>
        <pc:spChg chg="add del mod ord">
          <ac:chgData name="Nguyen Duy Dinh" userId="85d577be-e431-452d-a307-edf6bcf4bedc" providerId="ADAL" clId="{6B8CEF63-EA73-41F2-8D8E-7EFE017C6D83}" dt="2022-03-31T10:37:42.177" v="21" actId="700"/>
          <ac:spMkLst>
            <pc:docMk/>
            <pc:sldMk cId="2004562528" sldId="269"/>
            <ac:spMk id="2" creationId="{C4EA3286-9A1C-4FC3-97BF-CD4CE75E760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004562528" sldId="269"/>
            <ac:spMk id="3" creationId="{65B5840E-C437-483F-B652-E19B93FD89E7}"/>
          </ac:spMkLst>
        </pc:spChg>
        <pc:spChg chg="add del mod ord">
          <ac:chgData name="Nguyen Duy Dinh" userId="85d577be-e431-452d-a307-edf6bcf4bedc" providerId="ADAL" clId="{6B8CEF63-EA73-41F2-8D8E-7EFE017C6D83}" dt="2022-03-31T10:37:47.440" v="38" actId="700"/>
          <ac:spMkLst>
            <pc:docMk/>
            <pc:sldMk cId="2004562528" sldId="269"/>
            <ac:spMk id="6" creationId="{EEFB720A-1D34-400D-8839-A00D49CAC44B}"/>
          </ac:spMkLst>
        </pc:spChg>
        <pc:spChg chg="add del mod ord">
          <ac:chgData name="Nguyen Duy Dinh" userId="85d577be-e431-452d-a307-edf6bcf4bedc" providerId="ADAL" clId="{6B8CEF63-EA73-41F2-8D8E-7EFE017C6D83}" dt="2022-03-31T10:42:31.233" v="150" actId="700"/>
          <ac:spMkLst>
            <pc:docMk/>
            <pc:sldMk cId="2004562528" sldId="269"/>
            <ac:spMk id="7" creationId="{E65C669A-D930-4479-A7C9-8712405DD568}"/>
          </ac:spMkLst>
        </pc:spChg>
        <pc:spChg chg="add del mod ord">
          <ac:chgData name="Nguyen Duy Dinh" userId="85d577be-e431-452d-a307-edf6bcf4bedc" providerId="ADAL" clId="{6B8CEF63-EA73-41F2-8D8E-7EFE017C6D83}" dt="2022-03-31T10:42:59.089" v="171"/>
          <ac:spMkLst>
            <pc:docMk/>
            <pc:sldMk cId="2004562528" sldId="269"/>
            <ac:spMk id="8" creationId="{864C3E5E-8E01-4322-A9C4-3E203F5683CC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004562528" sldId="269"/>
            <ac:spMk id="9" creationId="{0328DC14-F07B-409E-8FAC-400EB2C09F35}"/>
          </ac:spMkLst>
        </pc:spChg>
        <pc:spChg chg="add del mod">
          <ac:chgData name="Nguyen Duy Dinh" userId="85d577be-e431-452d-a307-edf6bcf4bedc" providerId="ADAL" clId="{6B8CEF63-EA73-41F2-8D8E-7EFE017C6D83}" dt="2022-03-31T10:54:36.395" v="319" actId="478"/>
          <ac:spMkLst>
            <pc:docMk/>
            <pc:sldMk cId="2004562528" sldId="269"/>
            <ac:spMk id="10" creationId="{21BFC220-97AA-4C3F-812E-381DCC4604FE}"/>
          </ac:spMkLst>
        </pc:spChg>
        <pc:picChg chg="mod">
          <ac:chgData name="Nguyen Duy Dinh" userId="85d577be-e431-452d-a307-edf6bcf4bedc" providerId="ADAL" clId="{6B8CEF63-EA73-41F2-8D8E-7EFE017C6D83}" dt="2022-03-31T10:54:50.460" v="320" actId="1076"/>
          <ac:picMkLst>
            <pc:docMk/>
            <pc:sldMk cId="2004562528" sldId="269"/>
            <ac:picMk id="4" creationId="{19358C4D-FECA-4F86-BEB2-84A99847FC85}"/>
          </ac:picMkLst>
        </pc:picChg>
        <pc:picChg chg="mod">
          <ac:chgData name="Nguyen Duy Dinh" userId="85d577be-e431-452d-a307-edf6bcf4bedc" providerId="ADAL" clId="{6B8CEF63-EA73-41F2-8D8E-7EFE017C6D83}" dt="2022-03-31T10:54:55.093" v="321" actId="1076"/>
          <ac:picMkLst>
            <pc:docMk/>
            <pc:sldMk cId="2004562528" sldId="269"/>
            <ac:picMk id="5" creationId="{90031491-467F-4F90-ABBB-A5BFBC09BE2D}"/>
          </ac:picMkLst>
        </pc:picChg>
        <pc:picChg chg="mod">
          <ac:chgData name="Nguyen Duy Dinh" userId="85d577be-e431-452d-a307-edf6bcf4bedc" providerId="ADAL" clId="{6B8CEF63-EA73-41F2-8D8E-7EFE017C6D83}" dt="2022-03-31T10:54:50.460" v="320" actId="1076"/>
          <ac:picMkLst>
            <pc:docMk/>
            <pc:sldMk cId="2004562528" sldId="269"/>
            <ac:picMk id="3078" creationId="{EE8E3D4E-C37F-4E96-ABDD-EE01425FB1DE}"/>
          </ac:picMkLst>
        </pc:picChg>
        <pc:picChg chg="mod">
          <ac:chgData name="Nguyen Duy Dinh" userId="85d577be-e431-452d-a307-edf6bcf4bedc" providerId="ADAL" clId="{6B8CEF63-EA73-41F2-8D8E-7EFE017C6D83}" dt="2022-03-31T10:54:50.460" v="320" actId="1076"/>
          <ac:picMkLst>
            <pc:docMk/>
            <pc:sldMk cId="2004562528" sldId="269"/>
            <ac:picMk id="3080" creationId="{6163E50A-8885-466A-B783-FAB014F09A41}"/>
          </ac:picMkLst>
        </pc:picChg>
      </pc:sldChg>
      <pc:sldChg chg="addSp delSp modSp mod modClrScheme chgLayout">
        <pc:chgData name="Nguyen Duy Dinh" userId="85d577be-e431-452d-a307-edf6bcf4bedc" providerId="ADAL" clId="{6B8CEF63-EA73-41F2-8D8E-7EFE017C6D83}" dt="2022-03-31T10:55:21.087" v="331" actId="2711"/>
        <pc:sldMkLst>
          <pc:docMk/>
          <pc:sldMk cId="2305343367" sldId="270"/>
        </pc:sldMkLst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305343367" sldId="270"/>
            <ac:spMk id="2" creationId="{93E24B99-2E7A-4A58-84F9-705FEEC12532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305343367" sldId="270"/>
            <ac:spMk id="3" creationId="{65B5840E-C437-483F-B652-E19B93FD89E7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305343367" sldId="270"/>
            <ac:spMk id="4" creationId="{02F9B4D4-9E8F-43A9-8EF6-150B25506A05}"/>
          </ac:spMkLst>
        </pc:spChg>
        <pc:spChg chg="mod ord">
          <ac:chgData name="Nguyen Duy Dinh" userId="85d577be-e431-452d-a307-edf6bcf4bedc" providerId="ADAL" clId="{6B8CEF63-EA73-41F2-8D8E-7EFE017C6D83}" dt="2022-03-31T10:55:21.087" v="331" actId="2711"/>
          <ac:spMkLst>
            <pc:docMk/>
            <pc:sldMk cId="2305343367" sldId="270"/>
            <ac:spMk id="6" creationId="{3020B106-9801-4EF7-90C3-7B2A022148E4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4:59.099" v="322" actId="478"/>
        <pc:sldMkLst>
          <pc:docMk/>
          <pc:sldMk cId="891646048" sldId="271"/>
        </pc:sldMkLst>
        <pc:spChg chg="add del mod ord">
          <ac:chgData name="Nguyen Duy Dinh" userId="85d577be-e431-452d-a307-edf6bcf4bedc" providerId="ADAL" clId="{6B8CEF63-EA73-41F2-8D8E-7EFE017C6D83}" dt="2022-03-31T10:37:42.177" v="21" actId="700"/>
          <ac:spMkLst>
            <pc:docMk/>
            <pc:sldMk cId="891646048" sldId="271"/>
            <ac:spMk id="2" creationId="{20962918-B9F9-435F-816B-DE95D26EF969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891646048" sldId="271"/>
            <ac:spMk id="3" creationId="{65B5840E-C437-483F-B652-E19B93FD89E7}"/>
          </ac:spMkLst>
        </pc:spChg>
        <pc:spChg chg="add del mod ord">
          <ac:chgData name="Nguyen Duy Dinh" userId="85d577be-e431-452d-a307-edf6bcf4bedc" providerId="ADAL" clId="{6B8CEF63-EA73-41F2-8D8E-7EFE017C6D83}" dt="2022-03-31T10:37:47.440" v="38" actId="700"/>
          <ac:spMkLst>
            <pc:docMk/>
            <pc:sldMk cId="891646048" sldId="271"/>
            <ac:spMk id="4" creationId="{4272A1ED-57D3-4008-AB9C-BA1DEC9D6A81}"/>
          </ac:spMkLst>
        </pc:spChg>
        <pc:spChg chg="add del mod ord">
          <ac:chgData name="Nguyen Duy Dinh" userId="85d577be-e431-452d-a307-edf6bcf4bedc" providerId="ADAL" clId="{6B8CEF63-EA73-41F2-8D8E-7EFE017C6D83}" dt="2022-03-31T10:42:31.233" v="150" actId="700"/>
          <ac:spMkLst>
            <pc:docMk/>
            <pc:sldMk cId="891646048" sldId="271"/>
            <ac:spMk id="5" creationId="{59ACF062-0B35-47C0-85CA-F5D2B7C6B6EF}"/>
          </ac:spMkLst>
        </pc:spChg>
        <pc:spChg chg="add del mod ord">
          <ac:chgData name="Nguyen Duy Dinh" userId="85d577be-e431-452d-a307-edf6bcf4bedc" providerId="ADAL" clId="{6B8CEF63-EA73-41F2-8D8E-7EFE017C6D83}" dt="2022-03-31T10:42:59.089" v="171"/>
          <ac:spMkLst>
            <pc:docMk/>
            <pc:sldMk cId="891646048" sldId="271"/>
            <ac:spMk id="6" creationId="{2F439789-AE48-4036-A442-5E37C63306BC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891646048" sldId="271"/>
            <ac:spMk id="7" creationId="{65AAB943-BFA0-449E-BF27-D7FB90390093}"/>
          </ac:spMkLst>
        </pc:spChg>
        <pc:spChg chg="add del mod">
          <ac:chgData name="Nguyen Duy Dinh" userId="85d577be-e431-452d-a307-edf6bcf4bedc" providerId="ADAL" clId="{6B8CEF63-EA73-41F2-8D8E-7EFE017C6D83}" dt="2022-03-31T10:54:59.099" v="322" actId="478"/>
          <ac:spMkLst>
            <pc:docMk/>
            <pc:sldMk cId="891646048" sldId="271"/>
            <ac:spMk id="48" creationId="{7EDF9004-F708-4DC9-8BDB-7A74FACE6EA8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5:49.893" v="336" actId="13822"/>
        <pc:sldMkLst>
          <pc:docMk/>
          <pc:sldMk cId="2584421591" sldId="272"/>
        </pc:sldMkLst>
        <pc:spChg chg="add del mod ord">
          <ac:chgData name="Nguyen Duy Dinh" userId="85d577be-e431-452d-a307-edf6bcf4bedc" providerId="ADAL" clId="{6B8CEF63-EA73-41F2-8D8E-7EFE017C6D83}" dt="2022-03-31T10:37:42.177" v="21" actId="700"/>
          <ac:spMkLst>
            <pc:docMk/>
            <pc:sldMk cId="2584421591" sldId="272"/>
            <ac:spMk id="2" creationId="{63B444AF-802B-4486-AE7C-7732F302811B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584421591" sldId="272"/>
            <ac:spMk id="3" creationId="{65B5840E-C437-483F-B652-E19B93FD89E7}"/>
          </ac:spMkLst>
        </pc:spChg>
        <pc:spChg chg="add del mod ord">
          <ac:chgData name="Nguyen Duy Dinh" userId="85d577be-e431-452d-a307-edf6bcf4bedc" providerId="ADAL" clId="{6B8CEF63-EA73-41F2-8D8E-7EFE017C6D83}" dt="2022-03-31T10:37:47.440" v="38" actId="700"/>
          <ac:spMkLst>
            <pc:docMk/>
            <pc:sldMk cId="2584421591" sldId="272"/>
            <ac:spMk id="4" creationId="{8B4B67BF-1B2F-4515-B6F3-6342C49221FD}"/>
          </ac:spMkLst>
        </pc:spChg>
        <pc:spChg chg="add del mod ord">
          <ac:chgData name="Nguyen Duy Dinh" userId="85d577be-e431-452d-a307-edf6bcf4bedc" providerId="ADAL" clId="{6B8CEF63-EA73-41F2-8D8E-7EFE017C6D83}" dt="2022-03-31T10:42:31.233" v="150" actId="700"/>
          <ac:spMkLst>
            <pc:docMk/>
            <pc:sldMk cId="2584421591" sldId="272"/>
            <ac:spMk id="6" creationId="{65641B07-9A1E-46C9-B94C-7D1D3BC15C13}"/>
          </ac:spMkLst>
        </pc:spChg>
        <pc:spChg chg="add del mod ord">
          <ac:chgData name="Nguyen Duy Dinh" userId="85d577be-e431-452d-a307-edf6bcf4bedc" providerId="ADAL" clId="{6B8CEF63-EA73-41F2-8D8E-7EFE017C6D83}" dt="2022-03-31T10:42:59.089" v="171"/>
          <ac:spMkLst>
            <pc:docMk/>
            <pc:sldMk cId="2584421591" sldId="272"/>
            <ac:spMk id="7" creationId="{55419A31-0799-49C1-8C77-7DD4AD408A96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584421591" sldId="272"/>
            <ac:spMk id="8" creationId="{93734C20-D928-4589-AA28-AFDBD2C181AF}"/>
          </ac:spMkLst>
        </pc:spChg>
        <pc:spChg chg="add del mod">
          <ac:chgData name="Nguyen Duy Dinh" userId="85d577be-e431-452d-a307-edf6bcf4bedc" providerId="ADAL" clId="{6B8CEF63-EA73-41F2-8D8E-7EFE017C6D83}" dt="2022-03-31T10:55:25.796" v="332" actId="478"/>
          <ac:spMkLst>
            <pc:docMk/>
            <pc:sldMk cId="2584421591" sldId="272"/>
            <ac:spMk id="9" creationId="{93CFE6E3-ABA4-49EE-B671-9EB9772554C3}"/>
          </ac:spMkLst>
        </pc:spChg>
        <pc:graphicFrameChg chg="mod">
          <ac:chgData name="Nguyen Duy Dinh" userId="85d577be-e431-452d-a307-edf6bcf4bedc" providerId="ADAL" clId="{6B8CEF63-EA73-41F2-8D8E-7EFE017C6D83}" dt="2022-03-31T10:55:49.893" v="336" actId="13822"/>
          <ac:graphicFrameMkLst>
            <pc:docMk/>
            <pc:sldMk cId="2584421591" sldId="272"/>
            <ac:graphicFrameMk id="5" creationId="{325F5405-690F-4946-8630-25D189D54AFC}"/>
          </ac:graphicFrameMkLst>
        </pc:graphicFrameChg>
      </pc:sldChg>
      <pc:sldChg chg="addSp delSp modSp mod modClrScheme chgLayout">
        <pc:chgData name="Nguyen Duy Dinh" userId="85d577be-e431-452d-a307-edf6bcf4bedc" providerId="ADAL" clId="{6B8CEF63-EA73-41F2-8D8E-7EFE017C6D83}" dt="2022-03-31T10:56:31.198" v="348" actId="403"/>
        <pc:sldMkLst>
          <pc:docMk/>
          <pc:sldMk cId="1222268107" sldId="273"/>
        </pc:sldMkLst>
        <pc:spChg chg="mod ord">
          <ac:chgData name="Nguyen Duy Dinh" userId="85d577be-e431-452d-a307-edf6bcf4bedc" providerId="ADAL" clId="{6B8CEF63-EA73-41F2-8D8E-7EFE017C6D83}" dt="2022-03-31T10:56:31.198" v="348" actId="403"/>
          <ac:spMkLst>
            <pc:docMk/>
            <pc:sldMk cId="1222268107" sldId="273"/>
            <ac:spMk id="2" creationId="{D5E34675-E665-4FA0-8493-F442F32EA4C0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222268107" sldId="273"/>
            <ac:spMk id="3" creationId="{FE306BE5-4F77-44BA-85A9-CAE54877A214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222268107" sldId="273"/>
            <ac:spMk id="4" creationId="{4E0B7136-E123-4F15-BD90-8C5DB81B8435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222268107" sldId="273"/>
            <ac:spMk id="6" creationId="{4BBC3C01-98DB-4845-9191-493A7D67B600}"/>
          </ac:spMkLst>
        </pc:spChg>
        <pc:spChg chg="mod">
          <ac:chgData name="Nguyen Duy Dinh" userId="85d577be-e431-452d-a307-edf6bcf4bedc" providerId="ADAL" clId="{6B8CEF63-EA73-41F2-8D8E-7EFE017C6D83}" dt="2022-03-31T10:56:21.774" v="345" actId="2711"/>
          <ac:spMkLst>
            <pc:docMk/>
            <pc:sldMk cId="1222268107" sldId="273"/>
            <ac:spMk id="21" creationId="{E3C131DA-F9EC-45CF-A60D-8BEFECCD79BD}"/>
          </ac:spMkLst>
        </pc:spChg>
        <pc:spChg chg="mod">
          <ac:chgData name="Nguyen Duy Dinh" userId="85d577be-e431-452d-a307-edf6bcf4bedc" providerId="ADAL" clId="{6B8CEF63-EA73-41F2-8D8E-7EFE017C6D83}" dt="2022-03-31T10:56:11.080" v="344" actId="207"/>
          <ac:spMkLst>
            <pc:docMk/>
            <pc:sldMk cId="1222268107" sldId="273"/>
            <ac:spMk id="28" creationId="{FF918116-5011-482B-8165-06B910CF9B0E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7:01.459" v="357" actId="2711"/>
        <pc:sldMkLst>
          <pc:docMk/>
          <pc:sldMk cId="2072900676" sldId="274"/>
        </pc:sldMkLst>
        <pc:spChg chg="mod ord">
          <ac:chgData name="Nguyen Duy Dinh" userId="85d577be-e431-452d-a307-edf6bcf4bedc" providerId="ADAL" clId="{6B8CEF63-EA73-41F2-8D8E-7EFE017C6D83}" dt="2022-03-31T10:56:54.637" v="356" actId="404"/>
          <ac:spMkLst>
            <pc:docMk/>
            <pc:sldMk cId="2072900676" sldId="274"/>
            <ac:spMk id="2" creationId="{D5E34675-E665-4FA0-8493-F442F32EA4C0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072900676" sldId="274"/>
            <ac:spMk id="3" creationId="{FE306BE5-4F77-44BA-85A9-CAE54877A214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072900676" sldId="274"/>
            <ac:spMk id="4" creationId="{CB18C37E-E6F9-4F43-8BFE-4D4670ECC859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072900676" sldId="274"/>
            <ac:spMk id="6" creationId="{7B05364B-EE68-4A78-A1E1-25AE8A2ADAC5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18" creationId="{40DDECFD-BCCD-4678-AC47-EF93DD824A25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19" creationId="{3B5DE7E5-9619-43A9-91EF-C8354F897B4F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21" creationId="{E3C131DA-F9EC-45CF-A60D-8BEFECCD79BD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25" creationId="{84F8F95F-AE2D-4CB1-9F13-C2114A23F5D2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26" creationId="{1F3172B5-20CC-40EE-AD66-37B16F4916C7}"/>
          </ac:spMkLst>
        </pc:spChg>
        <pc:spChg chg="mod">
          <ac:chgData name="Nguyen Duy Dinh" userId="85d577be-e431-452d-a307-edf6bcf4bedc" providerId="ADAL" clId="{6B8CEF63-EA73-41F2-8D8E-7EFE017C6D83}" dt="2022-03-31T10:56:42.149" v="350" actId="207"/>
          <ac:spMkLst>
            <pc:docMk/>
            <pc:sldMk cId="2072900676" sldId="274"/>
            <ac:spMk id="28" creationId="{FF918116-5011-482B-8165-06B910CF9B0E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30" creationId="{325D989D-DF5B-461B-AA1F-D348EBCEA630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31" creationId="{6CCEBA64-94E9-4EF1-A253-C82C70C7F686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32" creationId="{E14574BA-9534-47F5-8B98-99C4BFF23DA2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33" creationId="{EC08F191-F1FF-41CA-89B9-B91F9A0DCF7D}"/>
          </ac:spMkLst>
        </pc:spChg>
        <pc:spChg chg="mod">
          <ac:chgData name="Nguyen Duy Dinh" userId="85d577be-e431-452d-a307-edf6bcf4bedc" providerId="ADAL" clId="{6B8CEF63-EA73-41F2-8D8E-7EFE017C6D83}" dt="2022-03-31T10:57:01.459" v="357" actId="2711"/>
          <ac:spMkLst>
            <pc:docMk/>
            <pc:sldMk cId="2072900676" sldId="274"/>
            <ac:spMk id="34" creationId="{6BB9F02D-EEE9-45B6-BFC0-F50F52A1ED09}"/>
          </ac:spMkLst>
        </pc:spChg>
        <pc:grpChg chg="mod">
          <ac:chgData name="Nguyen Duy Dinh" userId="85d577be-e431-452d-a307-edf6bcf4bedc" providerId="ADAL" clId="{6B8CEF63-EA73-41F2-8D8E-7EFE017C6D83}" dt="2022-03-31T10:57:01.459" v="357" actId="2711"/>
          <ac:grpSpMkLst>
            <pc:docMk/>
            <pc:sldMk cId="2072900676" sldId="274"/>
            <ac:grpSpMk id="5" creationId="{A2994314-E114-47B7-86E9-2344B59C8B4D}"/>
          </ac:grpSpMkLst>
        </pc:grpChg>
        <pc:grpChg chg="mod">
          <ac:chgData name="Nguyen Duy Dinh" userId="85d577be-e431-452d-a307-edf6bcf4bedc" providerId="ADAL" clId="{6B8CEF63-EA73-41F2-8D8E-7EFE017C6D83}" dt="2022-03-31T10:57:01.459" v="357" actId="2711"/>
          <ac:grpSpMkLst>
            <pc:docMk/>
            <pc:sldMk cId="2072900676" sldId="274"/>
            <ac:grpSpMk id="9" creationId="{95EA7FD0-CC21-440E-A713-CC0E45FF4D74}"/>
          </ac:grpSpMkLst>
        </pc:grpChg>
        <pc:grpChg chg="mod">
          <ac:chgData name="Nguyen Duy Dinh" userId="85d577be-e431-452d-a307-edf6bcf4bedc" providerId="ADAL" clId="{6B8CEF63-EA73-41F2-8D8E-7EFE017C6D83}" dt="2022-03-31T10:57:01.459" v="357" actId="2711"/>
          <ac:grpSpMkLst>
            <pc:docMk/>
            <pc:sldMk cId="2072900676" sldId="274"/>
            <ac:grpSpMk id="20" creationId="{A136A3D7-5414-4C89-9579-EB8F2C112321}"/>
          </ac:grpSpMkLst>
        </pc:grpChg>
        <pc:cxnChg chg="mod">
          <ac:chgData name="Nguyen Duy Dinh" userId="85d577be-e431-452d-a307-edf6bcf4bedc" providerId="ADAL" clId="{6B8CEF63-EA73-41F2-8D8E-7EFE017C6D83}" dt="2022-03-31T10:57:01.459" v="357" actId="2711"/>
          <ac:cxnSpMkLst>
            <pc:docMk/>
            <pc:sldMk cId="2072900676" sldId="274"/>
            <ac:cxnSpMk id="11" creationId="{41687971-ADB6-411F-99F6-DEFF884C34F9}"/>
          </ac:cxnSpMkLst>
        </pc:cxnChg>
        <pc:cxnChg chg="mod">
          <ac:chgData name="Nguyen Duy Dinh" userId="85d577be-e431-452d-a307-edf6bcf4bedc" providerId="ADAL" clId="{6B8CEF63-EA73-41F2-8D8E-7EFE017C6D83}" dt="2022-03-31T10:57:01.459" v="357" actId="2711"/>
          <ac:cxnSpMkLst>
            <pc:docMk/>
            <pc:sldMk cId="2072900676" sldId="274"/>
            <ac:cxnSpMk id="14" creationId="{C6CD3AD7-17CC-491B-841E-7B9D3F989CD0}"/>
          </ac:cxnSpMkLst>
        </pc:cxnChg>
        <pc:cxnChg chg="mod">
          <ac:chgData name="Nguyen Duy Dinh" userId="85d577be-e431-452d-a307-edf6bcf4bedc" providerId="ADAL" clId="{6B8CEF63-EA73-41F2-8D8E-7EFE017C6D83}" dt="2022-03-31T10:57:01.459" v="357" actId="2711"/>
          <ac:cxnSpMkLst>
            <pc:docMk/>
            <pc:sldMk cId="2072900676" sldId="274"/>
            <ac:cxnSpMk id="22" creationId="{E5F41CD2-A523-4412-972B-353B3CAC705D}"/>
          </ac:cxnSpMkLst>
        </pc:cxnChg>
        <pc:cxnChg chg="mod">
          <ac:chgData name="Nguyen Duy Dinh" userId="85d577be-e431-452d-a307-edf6bcf4bedc" providerId="ADAL" clId="{6B8CEF63-EA73-41F2-8D8E-7EFE017C6D83}" dt="2022-03-31T10:57:01.459" v="357" actId="2711"/>
          <ac:cxnSpMkLst>
            <pc:docMk/>
            <pc:sldMk cId="2072900676" sldId="274"/>
            <ac:cxnSpMk id="23" creationId="{B63D8C02-0B48-4EAF-A3D2-B46F54B4E072}"/>
          </ac:cxnSpMkLst>
        </pc:cxnChg>
        <pc:cxnChg chg="mod">
          <ac:chgData name="Nguyen Duy Dinh" userId="85d577be-e431-452d-a307-edf6bcf4bedc" providerId="ADAL" clId="{6B8CEF63-EA73-41F2-8D8E-7EFE017C6D83}" dt="2022-03-31T10:57:01.459" v="357" actId="2711"/>
          <ac:cxnSpMkLst>
            <pc:docMk/>
            <pc:sldMk cId="2072900676" sldId="274"/>
            <ac:cxnSpMk id="24" creationId="{B755BE20-31FF-47C3-881A-593A1B260A53}"/>
          </ac:cxnSpMkLst>
        </pc:cxnChg>
        <pc:cxnChg chg="mod">
          <ac:chgData name="Nguyen Duy Dinh" userId="85d577be-e431-452d-a307-edf6bcf4bedc" providerId="ADAL" clId="{6B8CEF63-EA73-41F2-8D8E-7EFE017C6D83}" dt="2022-03-31T10:57:01.459" v="357" actId="2711"/>
          <ac:cxnSpMkLst>
            <pc:docMk/>
            <pc:sldMk cId="2072900676" sldId="274"/>
            <ac:cxnSpMk id="27" creationId="{CF9F895B-B446-4701-A1E3-AE4D8482EBD1}"/>
          </ac:cxnSpMkLst>
        </pc:cxnChg>
        <pc:cxnChg chg="mod">
          <ac:chgData name="Nguyen Duy Dinh" userId="85d577be-e431-452d-a307-edf6bcf4bedc" providerId="ADAL" clId="{6B8CEF63-EA73-41F2-8D8E-7EFE017C6D83}" dt="2022-03-31T10:57:01.459" v="357" actId="2711"/>
          <ac:cxnSpMkLst>
            <pc:docMk/>
            <pc:sldMk cId="2072900676" sldId="274"/>
            <ac:cxnSpMk id="29" creationId="{556B0E8D-E234-4C37-BB1A-91F27AA38B8A}"/>
          </ac:cxnSpMkLst>
        </pc:cxnChg>
      </pc:sldChg>
      <pc:sldChg chg="addSp delSp modSp mod modClrScheme chgLayout">
        <pc:chgData name="Nguyen Duy Dinh" userId="85d577be-e431-452d-a307-edf6bcf4bedc" providerId="ADAL" clId="{6B8CEF63-EA73-41F2-8D8E-7EFE017C6D83}" dt="2022-03-31T10:57:21.598" v="362" actId="2711"/>
        <pc:sldMkLst>
          <pc:docMk/>
          <pc:sldMk cId="1425183615" sldId="275"/>
        </pc:sldMkLst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425183615" sldId="275"/>
            <ac:spMk id="2" creationId="{A003AD0F-3B9A-40EE-99CD-C3EA9EB38F73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425183615" sldId="275"/>
            <ac:spMk id="3" creationId="{FE306BE5-4F77-44BA-85A9-CAE54877A214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425183615" sldId="275"/>
            <ac:spMk id="4" creationId="{31B01CFE-BE3C-4A6C-AB05-58DC1895F7FF}"/>
          </ac:spMkLst>
        </pc:spChg>
        <pc:spChg chg="mod ord">
          <ac:chgData name="Nguyen Duy Dinh" userId="85d577be-e431-452d-a307-edf6bcf4bedc" providerId="ADAL" clId="{6B8CEF63-EA73-41F2-8D8E-7EFE017C6D83}" dt="2022-03-31T10:57:12.331" v="361" actId="404"/>
          <ac:spMkLst>
            <pc:docMk/>
            <pc:sldMk cId="1425183615" sldId="275"/>
            <ac:spMk id="15" creationId="{ABA713A2-D95B-4C1A-817C-A4AD979C9114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39" creationId="{765C125F-FF2B-4A22-9BEA-EF8DCE5486C0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0" creationId="{06904860-E6C8-4352-8836-2C06C9300908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1" creationId="{342C88D6-BD13-4BBA-A3D0-1786819B806A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2" creationId="{C3180B14-29F9-4612-A834-B95BEE5D2E13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3" creationId="{8E1B1B38-88D4-4745-886E-79F18628209A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4" creationId="{E5DF85A9-D8F3-4E7E-8040-508B8671C35C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5" creationId="{A1989A18-7CDB-4E2D-B32A-9F6E85B451CC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6" creationId="{AAEC61D1-7838-4F14-AAB1-81E6F095F15A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7" creationId="{F994B188-F4E6-41CD-A275-79621AF378FD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8" creationId="{8311AA35-0FDF-4639-B316-1544009D7D0A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49" creationId="{DAAD34FC-5B8C-40B4-9A47-09A63460647C}"/>
          </ac:spMkLst>
        </pc:spChg>
        <pc:spChg chg="mod">
          <ac:chgData name="Nguyen Duy Dinh" userId="85d577be-e431-452d-a307-edf6bcf4bedc" providerId="ADAL" clId="{6B8CEF63-EA73-41F2-8D8E-7EFE017C6D83}" dt="2022-03-31T10:57:21.598" v="362" actId="2711"/>
          <ac:spMkLst>
            <pc:docMk/>
            <pc:sldMk cId="1425183615" sldId="275"/>
            <ac:spMk id="50" creationId="{ED70D6E1-1DAF-46A0-AD3B-B4B548ED7FCE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8:00.374" v="370" actId="14100"/>
        <pc:sldMkLst>
          <pc:docMk/>
          <pc:sldMk cId="1427783130" sldId="276"/>
        </pc:sldMkLst>
        <pc:spChg chg="add del mod ord">
          <ac:chgData name="Nguyen Duy Dinh" userId="85d577be-e431-452d-a307-edf6bcf4bedc" providerId="ADAL" clId="{6B8CEF63-EA73-41F2-8D8E-7EFE017C6D83}" dt="2022-03-31T10:37:42.177" v="21" actId="700"/>
          <ac:spMkLst>
            <pc:docMk/>
            <pc:sldMk cId="1427783130" sldId="276"/>
            <ac:spMk id="2" creationId="{2B928BF6-3A8B-4A08-87BB-3D6D04AE28EA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427783130" sldId="276"/>
            <ac:spMk id="3" creationId="{FE306BE5-4F77-44BA-85A9-CAE54877A214}"/>
          </ac:spMkLst>
        </pc:spChg>
        <pc:spChg chg="add del mod ord">
          <ac:chgData name="Nguyen Duy Dinh" userId="85d577be-e431-452d-a307-edf6bcf4bedc" providerId="ADAL" clId="{6B8CEF63-EA73-41F2-8D8E-7EFE017C6D83}" dt="2022-03-31T10:37:47.440" v="38" actId="700"/>
          <ac:spMkLst>
            <pc:docMk/>
            <pc:sldMk cId="1427783130" sldId="276"/>
            <ac:spMk id="4" creationId="{F16FB979-3B53-44AE-9A17-7DEF3E4BC7D4}"/>
          </ac:spMkLst>
        </pc:spChg>
        <pc:spChg chg="add del mod ord">
          <ac:chgData name="Nguyen Duy Dinh" userId="85d577be-e431-452d-a307-edf6bcf4bedc" providerId="ADAL" clId="{6B8CEF63-EA73-41F2-8D8E-7EFE017C6D83}" dt="2022-03-31T10:42:31.233" v="150" actId="700"/>
          <ac:spMkLst>
            <pc:docMk/>
            <pc:sldMk cId="1427783130" sldId="276"/>
            <ac:spMk id="6" creationId="{A5562660-5197-486F-870B-E693D452F420}"/>
          </ac:spMkLst>
        </pc:spChg>
        <pc:spChg chg="add del mod ord">
          <ac:chgData name="Nguyen Duy Dinh" userId="85d577be-e431-452d-a307-edf6bcf4bedc" providerId="ADAL" clId="{6B8CEF63-EA73-41F2-8D8E-7EFE017C6D83}" dt="2022-03-31T10:42:59.089" v="171"/>
          <ac:spMkLst>
            <pc:docMk/>
            <pc:sldMk cId="1427783130" sldId="276"/>
            <ac:spMk id="7" creationId="{4F860813-55E8-47DE-B81F-D25A0B716359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427783130" sldId="276"/>
            <ac:spMk id="8" creationId="{B71C32C7-DA96-4A64-99C4-7A5C5F50463F}"/>
          </ac:spMkLst>
        </pc:spChg>
        <pc:spChg chg="add del mod">
          <ac:chgData name="Nguyen Duy Dinh" userId="85d577be-e431-452d-a307-edf6bcf4bedc" providerId="ADAL" clId="{6B8CEF63-EA73-41F2-8D8E-7EFE017C6D83}" dt="2022-03-31T10:57:36.131" v="363" actId="478"/>
          <ac:spMkLst>
            <pc:docMk/>
            <pc:sldMk cId="1427783130" sldId="276"/>
            <ac:spMk id="10" creationId="{55E8E482-B95E-4AAD-92DA-C5DBDD1566E0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8" creationId="{40DDECFD-BCCD-4678-AC47-EF93DD824A25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9" creationId="{3B5DE7E5-9619-43A9-91EF-C8354F897B4F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21" creationId="{E3C131DA-F9EC-45CF-A60D-8BEFECCD79BD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25" creationId="{84F8F95F-AE2D-4CB1-9F13-C2114A23F5D2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26" creationId="{1F3172B5-20CC-40EE-AD66-37B16F4916C7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30" creationId="{325D989D-DF5B-461B-AA1F-D348EBCEA630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32" creationId="{E14574BA-9534-47F5-8B98-99C4BFF23DA2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82" creationId="{5DC51C46-F6AD-47DF-AF0E-D34ADF838674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83" creationId="{F7DD4072-D467-46EF-8120-4122B164863D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85" creationId="{9A0A2187-AA1A-49D4-B653-C464EFC1B495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86" creationId="{D48989A8-2602-446C-AF01-94CD78AFC9B4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88" creationId="{199C40EC-0850-47DF-A7EE-5AAC35EA727B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91" creationId="{DE67F17A-1C0C-40A7-BC7D-2E0A0DD73CD2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92" creationId="{8D489BB2-47C9-4652-88D4-289D5DA73795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97" creationId="{A19861A4-B3F4-4CBD-894A-79AB2234CBFB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98" creationId="{29E209C7-D943-42AD-8AEB-0C88CBE65EC9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01" creationId="{51670B1A-5FA1-450A-BA80-5D544DD4D4D0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03" creationId="{C06903CF-B3A4-4FE6-A40B-E9BDA28D9EAF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06" creationId="{37E3D7F9-1D9D-418A-A4CC-C9CE7A5484F7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07" creationId="{F6427FF3-1BAC-47AE-8453-CEFAB62CDD7C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09" creationId="{79E275FB-0CF3-4D93-B2EF-8ED0DE632CCF}"/>
          </ac:spMkLst>
        </pc:spChg>
        <pc:spChg chg="mod">
          <ac:chgData name="Nguyen Duy Dinh" userId="85d577be-e431-452d-a307-edf6bcf4bedc" providerId="ADAL" clId="{6B8CEF63-EA73-41F2-8D8E-7EFE017C6D83}" dt="2022-03-31T10:57:49.394" v="365" actId="404"/>
          <ac:spMkLst>
            <pc:docMk/>
            <pc:sldMk cId="1427783130" sldId="276"/>
            <ac:spMk id="128" creationId="{6E6C9188-DD93-49A6-AC06-581BF7BE4E39}"/>
          </ac:spMkLst>
        </pc:spChg>
        <pc:spChg chg="mod">
          <ac:chgData name="Nguyen Duy Dinh" userId="85d577be-e431-452d-a307-edf6bcf4bedc" providerId="ADAL" clId="{6B8CEF63-EA73-41F2-8D8E-7EFE017C6D83}" dt="2022-03-31T10:58:00.374" v="370" actId="14100"/>
          <ac:spMkLst>
            <pc:docMk/>
            <pc:sldMk cId="1427783130" sldId="276"/>
            <ac:spMk id="129" creationId="{C18652D2-C887-4645-AF09-2C216AAC86D9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30" creationId="{222993DA-B133-4C98-8BE4-DFDEA71BDB51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31" creationId="{7C1C346D-C126-45D5-B0EF-7BB9CA09F111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32" creationId="{CD790984-CB38-4F11-876C-DF8FE9FE9E2C}"/>
          </ac:spMkLst>
        </pc:spChg>
        <pc:spChg chg="mod">
          <ac:chgData name="Nguyen Duy Dinh" userId="85d577be-e431-452d-a307-edf6bcf4bedc" providerId="ADAL" clId="{6B8CEF63-EA73-41F2-8D8E-7EFE017C6D83}" dt="2022-03-31T10:57:40.855" v="364" actId="2711"/>
          <ac:spMkLst>
            <pc:docMk/>
            <pc:sldMk cId="1427783130" sldId="276"/>
            <ac:spMk id="133" creationId="{BD30E8F0-A0BE-49D6-96DA-3D5E4A2B3E6E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1688587378" sldId="277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688587378" sldId="277"/>
            <ac:spMk id="2" creationId="{59391812-2899-4BBF-989C-72C42AAC708C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688587378" sldId="277"/>
            <ac:spMk id="3" creationId="{FEEFE819-4983-451E-9B89-1A0C2C81CD4D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688587378" sldId="277"/>
            <ac:spMk id="4" creationId="{25CB2AA0-DAC2-4CC7-978C-505DF98748A8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688587378" sldId="277"/>
            <ac:spMk id="5" creationId="{9F95A09A-AFB1-42CB-8E70-D0A4DAF6428C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8:45.184" v="380" actId="207"/>
        <pc:sldMkLst>
          <pc:docMk/>
          <pc:sldMk cId="3886286939" sldId="278"/>
        </pc:sldMkLst>
        <pc:spChg chg="mod ord">
          <ac:chgData name="Nguyen Duy Dinh" userId="85d577be-e431-452d-a307-edf6bcf4bedc" providerId="ADAL" clId="{6B8CEF63-EA73-41F2-8D8E-7EFE017C6D83}" dt="2022-03-31T10:58:28.295" v="375" actId="122"/>
          <ac:spMkLst>
            <pc:docMk/>
            <pc:sldMk cId="3886286939" sldId="278"/>
            <ac:spMk id="2" creationId="{AC81B3FB-2926-4439-92EF-1A5B44F2183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886286939" sldId="278"/>
            <ac:spMk id="3" creationId="{9425CBB1-D89B-408A-8D67-E5844872541A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886286939" sldId="278"/>
            <ac:spMk id="4" creationId="{9D02D8D2-D497-4210-8E97-7985486049DD}"/>
          </ac:spMkLst>
        </pc:spChg>
        <pc:spChg chg="mod">
          <ac:chgData name="Nguyen Duy Dinh" userId="85d577be-e431-452d-a307-edf6bcf4bedc" providerId="ADAL" clId="{6B8CEF63-EA73-41F2-8D8E-7EFE017C6D83}" dt="2022-03-31T10:58:45.184" v="380" actId="207"/>
          <ac:spMkLst>
            <pc:docMk/>
            <pc:sldMk cId="3886286939" sldId="278"/>
            <ac:spMk id="6" creationId="{486B9F7E-D72F-46C2-8216-20FA54ED1115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886286939" sldId="278"/>
            <ac:spMk id="7" creationId="{35071606-4FAD-450E-A9F9-129EFB81FE4F}"/>
          </ac:spMkLst>
        </pc:spChg>
        <pc:spChg chg="mod">
          <ac:chgData name="Nguyen Duy Dinh" userId="85d577be-e431-452d-a307-edf6bcf4bedc" providerId="ADAL" clId="{6B8CEF63-EA73-41F2-8D8E-7EFE017C6D83}" dt="2022-03-31T10:58:38.779" v="378" actId="1076"/>
          <ac:spMkLst>
            <pc:docMk/>
            <pc:sldMk cId="3886286939" sldId="278"/>
            <ac:spMk id="11" creationId="{A36D73AA-F098-4B59-A74F-57D58BDDA098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59:22.407" v="388" actId="5793"/>
        <pc:sldMkLst>
          <pc:docMk/>
          <pc:sldMk cId="4204680665" sldId="279"/>
        </pc:sldMkLst>
        <pc:spChg chg="mod ord">
          <ac:chgData name="Nguyen Duy Dinh" userId="85d577be-e431-452d-a307-edf6bcf4bedc" providerId="ADAL" clId="{6B8CEF63-EA73-41F2-8D8E-7EFE017C6D83}" dt="2022-03-31T10:59:22.407" v="388" actId="5793"/>
          <ac:spMkLst>
            <pc:docMk/>
            <pc:sldMk cId="4204680665" sldId="279"/>
            <ac:spMk id="2" creationId="{AC81B3FB-2926-4439-92EF-1A5B44F2183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4204680665" sldId="279"/>
            <ac:spMk id="3" creationId="{9425CBB1-D89B-408A-8D67-E5844872541A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4204680665" sldId="279"/>
            <ac:spMk id="4" creationId="{59DE9966-E365-4811-8316-65A7D4F72514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4204680665" sldId="279"/>
            <ac:spMk id="5" creationId="{7D07A426-430D-459E-A6EF-952D72186F3D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1326479751" sldId="280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326479751" sldId="280"/>
            <ac:spMk id="2" creationId="{AC81B3FB-2926-4439-92EF-1A5B44F2183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326479751" sldId="280"/>
            <ac:spMk id="3" creationId="{9425CBB1-D89B-408A-8D67-E5844872541A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326479751" sldId="280"/>
            <ac:spMk id="4" creationId="{FFBCF471-A63F-4971-9AF4-449378243A81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326479751" sldId="280"/>
            <ac:spMk id="7" creationId="{DD0F8314-7923-472E-9CA1-D0BFEE02842E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2312226840" sldId="281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312226840" sldId="281"/>
            <ac:spMk id="2" creationId="{AC81B3FB-2926-4439-92EF-1A5B44F2183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312226840" sldId="281"/>
            <ac:spMk id="3" creationId="{9425CBB1-D89B-408A-8D67-E5844872541A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312226840" sldId="281"/>
            <ac:spMk id="4" creationId="{70830F62-FEE4-42EF-A5C7-27C486AA0CB4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312226840" sldId="281"/>
            <ac:spMk id="5" creationId="{11885126-8FAC-4DC9-8A5B-718C73B1721F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3992294276" sldId="282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992294276" sldId="282"/>
            <ac:spMk id="2" creationId="{AC81B3FB-2926-4439-92EF-1A5B44F2183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992294276" sldId="282"/>
            <ac:spMk id="3" creationId="{9425CBB1-D89B-408A-8D67-E5844872541A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992294276" sldId="282"/>
            <ac:spMk id="4" creationId="{26F7F5BB-E0AF-4C5D-8F75-D0031029A2E2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992294276" sldId="282"/>
            <ac:spMk id="6" creationId="{453BD96C-7371-4D95-AAE6-19D4D1D6C5B8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3180876688" sldId="283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180876688" sldId="283"/>
            <ac:spMk id="2" creationId="{AC81B3FB-2926-4439-92EF-1A5B44F2183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180876688" sldId="283"/>
            <ac:spMk id="3" creationId="{9425CBB1-D89B-408A-8D67-E5844872541A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180876688" sldId="283"/>
            <ac:spMk id="4" creationId="{BAAC7BE1-A579-4A89-BD3F-A7F98D62DF73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180876688" sldId="283"/>
            <ac:spMk id="5" creationId="{C66A1A55-0C33-4960-8975-9BCDF7F9E541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4121527742" sldId="284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4121527742" sldId="284"/>
            <ac:spMk id="2" creationId="{551AC092-D7EC-42EA-BF9A-1F77222FDEDF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4121527742" sldId="284"/>
            <ac:spMk id="3" creationId="{FE46C218-4B8E-4CA2-A06E-EED1F14F29C3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4121527742" sldId="284"/>
            <ac:spMk id="4" creationId="{57C5D236-DF85-4943-9773-49A82B3FEFBB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4121527742" sldId="284"/>
            <ac:spMk id="10" creationId="{EA741810-661D-4C2D-ACEA-73B79CD6081D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156975341" sldId="285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56975341" sldId="285"/>
            <ac:spMk id="2" creationId="{AC81B3FB-2926-4439-92EF-1A5B44F2183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156975341" sldId="285"/>
            <ac:spMk id="3" creationId="{9425CBB1-D89B-408A-8D67-E5844872541A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56975341" sldId="285"/>
            <ac:spMk id="4" creationId="{3EE8D4EC-776E-44BC-AA85-83F3F8D02BDB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156975341" sldId="285"/>
            <ac:spMk id="6" creationId="{2C1DDC6C-4B04-4014-A7A5-FB3438D31DF8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2237522605" sldId="286"/>
        </pc:sldMkLst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237522605" sldId="286"/>
            <ac:spMk id="2" creationId="{F719A2B9-ECBC-4ACA-826C-85DEF02B0DFE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237522605" sldId="286"/>
            <ac:spMk id="3" creationId="{FE46C218-4B8E-4CA2-A06E-EED1F14F29C3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237522605" sldId="286"/>
            <ac:spMk id="4" creationId="{C325AF46-BF1B-464A-9842-1B47584C5598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237522605" sldId="286"/>
            <ac:spMk id="10" creationId="{00EAAF38-D7F9-458F-978D-9ADBE9F88979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2757220493" sldId="287"/>
        </pc:sldMkLst>
        <pc:spChg chg="add del mod ord">
          <ac:chgData name="Nguyen Duy Dinh" userId="85d577be-e431-452d-a307-edf6bcf4bedc" providerId="ADAL" clId="{6B8CEF63-EA73-41F2-8D8E-7EFE017C6D83}" dt="2022-03-31T10:37:42.177" v="21" actId="700"/>
          <ac:spMkLst>
            <pc:docMk/>
            <pc:sldMk cId="2757220493" sldId="287"/>
            <ac:spMk id="2" creationId="{277D818D-53B0-412E-9269-2280A476DCD6}"/>
          </ac:spMkLst>
        </pc:spChg>
        <pc:spChg chg="add del mod ord">
          <ac:chgData name="Nguyen Duy Dinh" userId="85d577be-e431-452d-a307-edf6bcf4bedc" providerId="ADAL" clId="{6B8CEF63-EA73-41F2-8D8E-7EFE017C6D83}" dt="2022-03-31T10:37:47.440" v="38" actId="700"/>
          <ac:spMkLst>
            <pc:docMk/>
            <pc:sldMk cId="2757220493" sldId="287"/>
            <ac:spMk id="3" creationId="{901D3BB2-9E94-4112-8168-77C335A27E50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757220493" sldId="287"/>
            <ac:spMk id="4" creationId="{AF8C1137-1F3F-4F42-943F-012EB3F98D76}"/>
          </ac:spMkLst>
        </pc:spChg>
        <pc:spChg chg="del mod ord">
          <ac:chgData name="Nguyen Duy Dinh" userId="85d577be-e431-452d-a307-edf6bcf4bedc" providerId="ADAL" clId="{6B8CEF63-EA73-41F2-8D8E-7EFE017C6D83}" dt="2022-03-31T10:37:36.206" v="13" actId="700"/>
          <ac:spMkLst>
            <pc:docMk/>
            <pc:sldMk cId="2757220493" sldId="287"/>
            <ac:spMk id="5" creationId="{FF0808BC-754A-4BA1-A3BF-B2A1A28F40D6}"/>
          </ac:spMkLst>
        </pc:spChg>
        <pc:spChg chg="add del mod ord">
          <ac:chgData name="Nguyen Duy Dinh" userId="85d577be-e431-452d-a307-edf6bcf4bedc" providerId="ADAL" clId="{6B8CEF63-EA73-41F2-8D8E-7EFE017C6D83}" dt="2022-03-31T10:42:31.233" v="150" actId="700"/>
          <ac:spMkLst>
            <pc:docMk/>
            <pc:sldMk cId="2757220493" sldId="287"/>
            <ac:spMk id="6" creationId="{821A0C9C-7FFD-4ECC-94EB-7F5FD620D978}"/>
          </ac:spMkLst>
        </pc:spChg>
        <pc:spChg chg="add del mod ord">
          <ac:chgData name="Nguyen Duy Dinh" userId="85d577be-e431-452d-a307-edf6bcf4bedc" providerId="ADAL" clId="{6B8CEF63-EA73-41F2-8D8E-7EFE017C6D83}" dt="2022-03-31T10:42:59.089" v="171"/>
          <ac:spMkLst>
            <pc:docMk/>
            <pc:sldMk cId="2757220493" sldId="287"/>
            <ac:spMk id="7" creationId="{99C69DC0-0B87-429B-AD8F-2EFA25520A3A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757220493" sldId="287"/>
            <ac:spMk id="8" creationId="{0D98AA80-1914-4A5A-A7CE-52D8FE2D0293}"/>
          </ac:spMkLst>
        </pc:spChg>
        <pc:spChg chg="add mod">
          <ac:chgData name="Nguyen Duy Dinh" userId="85d577be-e431-452d-a307-edf6bcf4bedc" providerId="ADAL" clId="{6B8CEF63-EA73-41F2-8D8E-7EFE017C6D83}" dt="2022-03-31T10:42:59.089" v="171"/>
          <ac:spMkLst>
            <pc:docMk/>
            <pc:sldMk cId="2757220493" sldId="287"/>
            <ac:spMk id="9" creationId="{5FEDAFB6-40E1-497C-AF2E-9251DA5A3AF9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2633963164" sldId="288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633963164" sldId="288"/>
            <ac:spMk id="2" creationId="{551AC092-D7EC-42EA-BF9A-1F77222FDEDF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633963164" sldId="288"/>
            <ac:spMk id="3" creationId="{FE46C218-4B8E-4CA2-A06E-EED1F14F29C3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633963164" sldId="288"/>
            <ac:spMk id="4" creationId="{F13E495F-9437-4F05-887B-B4CC13AFA6E6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633963164" sldId="288"/>
            <ac:spMk id="5" creationId="{1DCD6C03-0C7A-438B-A735-F3195BA1AC3B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3:28.641" v="177" actId="700"/>
        <pc:sldMkLst>
          <pc:docMk/>
          <pc:sldMk cId="3715294999" sldId="289"/>
        </pc:sldMkLst>
        <pc:spChg chg="mod ord">
          <ac:chgData name="Nguyen Duy Dinh" userId="85d577be-e431-452d-a307-edf6bcf4bedc" providerId="ADAL" clId="{6B8CEF63-EA73-41F2-8D8E-7EFE017C6D83}" dt="2022-03-31T10:43:28.641" v="177" actId="700"/>
          <ac:spMkLst>
            <pc:docMk/>
            <pc:sldMk cId="3715294999" sldId="289"/>
            <ac:spMk id="2" creationId="{F4D6AF4C-30C3-491D-A44E-5E4051800C63}"/>
          </ac:spMkLst>
        </pc:spChg>
        <pc:spChg chg="mod ord">
          <ac:chgData name="Nguyen Duy Dinh" userId="85d577be-e431-452d-a307-edf6bcf4bedc" providerId="ADAL" clId="{6B8CEF63-EA73-41F2-8D8E-7EFE017C6D83}" dt="2022-03-31T10:43:28.641" v="177" actId="700"/>
          <ac:spMkLst>
            <pc:docMk/>
            <pc:sldMk cId="3715294999" sldId="289"/>
            <ac:spMk id="3" creationId="{898B4B86-5171-4507-AD36-CC897924BAF3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715294999" sldId="289"/>
            <ac:spMk id="4" creationId="{1F8A751B-41DD-49AA-8EFF-E53C3CBEF56F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715294999" sldId="289"/>
            <ac:spMk id="5" creationId="{562C28AF-F0DD-47D8-BA2B-99DC8AF5822E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2623377359" sldId="290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623377359" sldId="290"/>
            <ac:spMk id="2" creationId="{CA6CAFEE-CF69-42A5-BC64-D8BB41ADA365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2623377359" sldId="290"/>
            <ac:spMk id="3" creationId="{3115351A-46CF-4FFB-99E4-744A71C835B7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623377359" sldId="290"/>
            <ac:spMk id="6" creationId="{1283A0BE-7C2F-4845-9D27-A7BCB4A25B83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2623377359" sldId="290"/>
            <ac:spMk id="8" creationId="{EEA1C9F3-F16F-401E-9D37-97991C1A6643}"/>
          </ac:spMkLst>
        </pc:spChg>
      </pc:sldChg>
      <pc:sldChg chg="addSp delSp modSp mod modClrScheme chgLayout">
        <pc:chgData name="Nguyen Duy Dinh" userId="85d577be-e431-452d-a307-edf6bcf4bedc" providerId="ADAL" clId="{6B8CEF63-EA73-41F2-8D8E-7EFE017C6D83}" dt="2022-03-31T10:42:59.089" v="171"/>
        <pc:sldMkLst>
          <pc:docMk/>
          <pc:sldMk cId="3580258743" sldId="311"/>
        </pc:sldMkLst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2" creationId="{35A546AE-7E12-4994-B425-BCC3DFA66315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3" creationId="{388F36E0-8E18-4816-9C05-53596602CB33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4" creationId="{4CBF3BD2-438F-4EE4-87E0-10B1C0324570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5" creationId="{339F79D9-0C56-4E43-A3DE-3E650E7481EA}"/>
          </ac:spMkLst>
        </pc:spChg>
        <pc:spChg chg="mod or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6" creationId="{E22756E8-0217-4516-91E8-065485F3A2AC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7" creationId="{73529613-FF39-42F1-AA29-24BB0C2A96A6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8" creationId="{4FF1CCD6-BA22-4FCE-98FD-21BD35F2C8E2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10" creationId="{00D0ED9F-7B6C-47E2-BA11-3F749587DBDF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11" creationId="{43B1C70C-0154-4FC9-83E0-131FB7D8E3A4}"/>
          </ac:spMkLst>
        </pc:spChg>
        <pc:spChg chg="add del mod">
          <ac:chgData name="Nguyen Duy Dinh" userId="85d577be-e431-452d-a307-edf6bcf4bedc" providerId="ADAL" clId="{6B8CEF63-EA73-41F2-8D8E-7EFE017C6D83}" dt="2022-03-31T10:42:59.089" v="171"/>
          <ac:spMkLst>
            <pc:docMk/>
            <pc:sldMk cId="3580258743" sldId="311"/>
            <ac:spMk id="12" creationId="{6104CBDE-894B-448F-8CA2-360AEF2F80FC}"/>
          </ac:spMkLst>
        </pc:spChg>
      </pc:sldChg>
      <pc:sldMasterChg chg="modSldLayout">
        <pc:chgData name="Nguyen Duy Dinh" userId="85d577be-e431-452d-a307-edf6bcf4bedc" providerId="ADAL" clId="{6B8CEF63-EA73-41F2-8D8E-7EFE017C6D83}" dt="2022-03-31T10:59:02.915" v="383" actId="404"/>
        <pc:sldMasterMkLst>
          <pc:docMk/>
          <pc:sldMasterMk cId="696329600" sldId="2147483672"/>
        </pc:sldMasterMkLst>
        <pc:sldLayoutChg chg="modSp">
          <pc:chgData name="Nguyen Duy Dinh" userId="85d577be-e431-452d-a307-edf6bcf4bedc" providerId="ADAL" clId="{6B8CEF63-EA73-41F2-8D8E-7EFE017C6D83}" dt="2022-03-31T10:41:16.146" v="126" actId="403"/>
          <pc:sldLayoutMkLst>
            <pc:docMk/>
            <pc:sldMasterMk cId="696329600" sldId="2147483672"/>
            <pc:sldLayoutMk cId="1052342971" sldId="2147483675"/>
          </pc:sldLayoutMkLst>
          <pc:spChg chg="mod">
            <ac:chgData name="Nguyen Duy Dinh" userId="85d577be-e431-452d-a307-edf6bcf4bedc" providerId="ADAL" clId="{6B8CEF63-EA73-41F2-8D8E-7EFE017C6D83}" dt="2022-03-31T10:41:11.045" v="124" actId="255"/>
            <ac:spMkLst>
              <pc:docMk/>
              <pc:sldMasterMk cId="696329600" sldId="2147483672"/>
              <pc:sldLayoutMk cId="1052342971" sldId="2147483675"/>
              <ac:spMk id="2" creationId="{69510D63-8F34-49D5-8AE8-B4D88EC9580B}"/>
            </ac:spMkLst>
          </pc:spChg>
          <pc:spChg chg="mod">
            <ac:chgData name="Nguyen Duy Dinh" userId="85d577be-e431-452d-a307-edf6bcf4bedc" providerId="ADAL" clId="{6B8CEF63-EA73-41F2-8D8E-7EFE017C6D83}" dt="2022-03-31T10:41:16.146" v="126" actId="403"/>
            <ac:spMkLst>
              <pc:docMk/>
              <pc:sldMasterMk cId="696329600" sldId="2147483672"/>
              <pc:sldLayoutMk cId="1052342971" sldId="2147483675"/>
              <ac:spMk id="11" creationId="{51D25624-09E1-4026-8475-7A6A3D14EFFF}"/>
            </ac:spMkLst>
          </pc:spChg>
        </pc:sldLayoutChg>
        <pc:sldLayoutChg chg="modSp mod">
          <pc:chgData name="Nguyen Duy Dinh" userId="85d577be-e431-452d-a307-edf6bcf4bedc" providerId="ADAL" clId="{6B8CEF63-EA73-41F2-8D8E-7EFE017C6D83}" dt="2022-03-31T10:41:52.503" v="144" actId="1076"/>
          <pc:sldLayoutMkLst>
            <pc:docMk/>
            <pc:sldMasterMk cId="696329600" sldId="2147483672"/>
            <pc:sldLayoutMk cId="799007468" sldId="2147483676"/>
          </pc:sldLayoutMkLst>
          <pc:spChg chg="mod">
            <ac:chgData name="Nguyen Duy Dinh" userId="85d577be-e431-452d-a307-edf6bcf4bedc" providerId="ADAL" clId="{6B8CEF63-EA73-41F2-8D8E-7EFE017C6D83}" dt="2022-03-31T10:41:52.503" v="144" actId="1076"/>
            <ac:spMkLst>
              <pc:docMk/>
              <pc:sldMasterMk cId="696329600" sldId="2147483672"/>
              <pc:sldLayoutMk cId="799007468" sldId="2147483676"/>
              <ac:spMk id="2" creationId="{708DD6B5-F542-405C-90AF-D00312D78C76}"/>
            </ac:spMkLst>
          </pc:spChg>
          <pc:spChg chg="mod">
            <ac:chgData name="Nguyen Duy Dinh" userId="85d577be-e431-452d-a307-edf6bcf4bedc" providerId="ADAL" clId="{6B8CEF63-EA73-41F2-8D8E-7EFE017C6D83}" dt="2022-03-31T10:41:24.999" v="128" actId="255"/>
            <ac:spMkLst>
              <pc:docMk/>
              <pc:sldMasterMk cId="696329600" sldId="2147483672"/>
              <pc:sldLayoutMk cId="799007468" sldId="2147483676"/>
              <ac:spMk id="10" creationId="{44DCE4FD-DEE1-4DE9-A40E-616ACEB2FECC}"/>
            </ac:spMkLst>
          </pc:spChg>
          <pc:spChg chg="mod">
            <ac:chgData name="Nguyen Duy Dinh" userId="85d577be-e431-452d-a307-edf6bcf4bedc" providerId="ADAL" clId="{6B8CEF63-EA73-41F2-8D8E-7EFE017C6D83}" dt="2022-03-31T10:41:37.852" v="138" actId="403"/>
            <ac:spMkLst>
              <pc:docMk/>
              <pc:sldMasterMk cId="696329600" sldId="2147483672"/>
              <pc:sldLayoutMk cId="799007468" sldId="2147483676"/>
              <ac:spMk id="11" creationId="{90DFCEB3-810D-48E5-B7BA-1A6C924A64A4}"/>
            </ac:spMkLst>
          </pc:spChg>
        </pc:sldLayoutChg>
        <pc:sldLayoutChg chg="modSp">
          <pc:chgData name="Nguyen Duy Dinh" userId="85d577be-e431-452d-a307-edf6bcf4bedc" providerId="ADAL" clId="{6B8CEF63-EA73-41F2-8D8E-7EFE017C6D83}" dt="2022-03-31T10:59:02.915" v="383" actId="404"/>
          <pc:sldLayoutMkLst>
            <pc:docMk/>
            <pc:sldMasterMk cId="696329600" sldId="2147483672"/>
            <pc:sldLayoutMk cId="664325289" sldId="2147483678"/>
          </pc:sldLayoutMkLst>
          <pc:spChg chg="mod">
            <ac:chgData name="Nguyen Duy Dinh" userId="85d577be-e431-452d-a307-edf6bcf4bedc" providerId="ADAL" clId="{6B8CEF63-EA73-41F2-8D8E-7EFE017C6D83}" dt="2022-03-31T10:42:02.853" v="145" actId="403"/>
            <ac:spMkLst>
              <pc:docMk/>
              <pc:sldMasterMk cId="696329600" sldId="2147483672"/>
              <pc:sldLayoutMk cId="664325289" sldId="2147483678"/>
              <ac:spMk id="11" creationId="{943CD72D-5295-43E4-B175-0EA61084ADC7}"/>
            </ac:spMkLst>
          </pc:spChg>
          <pc:spChg chg="mod">
            <ac:chgData name="Nguyen Duy Dinh" userId="85d577be-e431-452d-a307-edf6bcf4bedc" providerId="ADAL" clId="{6B8CEF63-EA73-41F2-8D8E-7EFE017C6D83}" dt="2022-03-31T10:59:02.915" v="383" actId="404"/>
            <ac:spMkLst>
              <pc:docMk/>
              <pc:sldMasterMk cId="696329600" sldId="2147483672"/>
              <pc:sldLayoutMk cId="664325289" sldId="2147483678"/>
              <ac:spMk id="16" creationId="{0C9A3A79-B187-4A33-8EBB-92ECD8BA3C59}"/>
            </ac:spMkLst>
          </pc:spChg>
        </pc:sldLayoutChg>
        <pc:sldLayoutChg chg="delSp">
          <pc:chgData name="Nguyen Duy Dinh" userId="85d577be-e431-452d-a307-edf6bcf4bedc" providerId="ADAL" clId="{6B8CEF63-EA73-41F2-8D8E-7EFE017C6D83}" dt="2022-03-31T10:36:59.285" v="0"/>
          <pc:sldLayoutMkLst>
            <pc:docMk/>
            <pc:sldMasterMk cId="696329600" sldId="2147483672"/>
            <pc:sldLayoutMk cId="3054938610" sldId="2147483687"/>
          </pc:sldLayoutMkLst>
          <pc:spChg chg="del">
            <ac:chgData name="Nguyen Duy Dinh" userId="85d577be-e431-452d-a307-edf6bcf4bedc" providerId="ADAL" clId="{6B8CEF63-EA73-41F2-8D8E-7EFE017C6D83}" dt="2022-03-31T10:36:59.285" v="0"/>
            <ac:spMkLst>
              <pc:docMk/>
              <pc:sldMasterMk cId="696329600" sldId="2147483672"/>
              <pc:sldLayoutMk cId="3054938610" sldId="2147483687"/>
              <ac:spMk id="11" creationId="{F3601CAC-03B9-4BEE-BF89-E8994272CD0B}"/>
            </ac:spMkLst>
          </pc:spChg>
          <pc:spChg chg="del">
            <ac:chgData name="Nguyen Duy Dinh" userId="85d577be-e431-452d-a307-edf6bcf4bedc" providerId="ADAL" clId="{6B8CEF63-EA73-41F2-8D8E-7EFE017C6D83}" dt="2022-03-31T10:36:59.285" v="0"/>
            <ac:spMkLst>
              <pc:docMk/>
              <pc:sldMasterMk cId="696329600" sldId="2147483672"/>
              <pc:sldLayoutMk cId="3054938610" sldId="2147483687"/>
              <ac:spMk id="12" creationId="{1A5726DB-7AF7-49E1-A7CF-AD38678A1731}"/>
            </ac:spMkLst>
          </pc:spChg>
          <pc:grpChg chg="del">
            <ac:chgData name="Nguyen Duy Dinh" userId="85d577be-e431-452d-a307-edf6bcf4bedc" providerId="ADAL" clId="{6B8CEF63-EA73-41F2-8D8E-7EFE017C6D83}" dt="2022-03-31T10:36:59.285" v="0"/>
            <ac:grpSpMkLst>
              <pc:docMk/>
              <pc:sldMasterMk cId="696329600" sldId="2147483672"/>
              <pc:sldLayoutMk cId="3054938610" sldId="2147483687"/>
              <ac:grpSpMk id="19" creationId="{1A6753B3-8616-45EA-88C5-C4040828778A}"/>
            </ac:grpSpMkLst>
          </pc:grpChg>
          <pc:picChg chg="del">
            <ac:chgData name="Nguyen Duy Dinh" userId="85d577be-e431-452d-a307-edf6bcf4bedc" providerId="ADAL" clId="{6B8CEF63-EA73-41F2-8D8E-7EFE017C6D83}" dt="2022-03-31T10:36:59.285" v="0"/>
            <ac:picMkLst>
              <pc:docMk/>
              <pc:sldMasterMk cId="696329600" sldId="2147483672"/>
              <pc:sldLayoutMk cId="3054938610" sldId="2147483687"/>
              <ac:picMk id="18" creationId="{E26C7887-00E9-4D34-80D8-4E6A8384431F}"/>
            </ac:picMkLst>
          </pc:picChg>
          <pc:cxnChg chg="del">
            <ac:chgData name="Nguyen Duy Dinh" userId="85d577be-e431-452d-a307-edf6bcf4bedc" providerId="ADAL" clId="{6B8CEF63-EA73-41F2-8D8E-7EFE017C6D83}" dt="2022-03-31T10:36:59.285" v="0"/>
            <ac:cxnSpMkLst>
              <pc:docMk/>
              <pc:sldMasterMk cId="696329600" sldId="2147483672"/>
              <pc:sldLayoutMk cId="3054938610" sldId="2147483687"/>
              <ac:cxnSpMk id="17" creationId="{8AD5957A-A976-42D9-B951-F11815A0F70D}"/>
            </ac:cxnSpMkLst>
          </pc:cxn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085546-7C7C-4B3E-ABEB-2669F1A65FB2}" type="doc">
      <dgm:prSet loTypeId="urn:microsoft.com/office/officeart/2017/3/layout/DropPinTimeline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DCEA5FC-4640-45AF-B712-7A4FD94AEF0D}">
      <dgm:prSet phldrT="[Text]" custT="1"/>
      <dgm:spPr/>
      <dgm:t>
        <a:bodyPr/>
        <a:lstStyle/>
        <a:p>
          <a:pPr>
            <a:defRPr b="1"/>
          </a:pPr>
          <a:r>
            <a:rPr lang="en-US" sz="2400" b="1">
              <a:latin typeface="+mj-lt"/>
            </a:rPr>
            <a:t>1831</a:t>
          </a:r>
          <a:endParaRPr lang="en-US" sz="1600">
            <a:latin typeface="+mj-lt"/>
          </a:endParaRPr>
        </a:p>
      </dgm:t>
    </dgm:pt>
    <dgm:pt modelId="{929A5FD9-0612-4B79-9B59-C3C36D34A069}" type="parTrans" cxnId="{DBD99269-D7F7-4B47-B17B-A5AE402751D9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0A99745B-BB5C-49B3-A782-8DB57641F6C9}" type="sibTrans" cxnId="{DBD99269-D7F7-4B47-B17B-A5AE402751D9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831701CF-77C7-46C0-A913-8CC39517BAB8}">
      <dgm:prSet phldrT="[Text]" custT="1"/>
      <dgm:spPr/>
      <dgm:t>
        <a:bodyPr/>
        <a:lstStyle/>
        <a:p>
          <a:r>
            <a:rPr lang="en-US" sz="1800">
              <a:latin typeface="+mj-lt"/>
            </a:rPr>
            <a:t>Michael Faraday’s discovery of electromagnetic induction</a:t>
          </a:r>
        </a:p>
      </dgm:t>
    </dgm:pt>
    <dgm:pt modelId="{13FBC60D-3EA6-4496-BA97-C1AE8C7F8961}" type="parTrans" cxnId="{39A11E5C-7A57-4117-A6DF-36000C29509C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75156CDF-E17B-4DAD-AE37-EA44D7F37090}" type="sibTrans" cxnId="{39A11E5C-7A57-4117-A6DF-36000C29509C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096A9AF0-0DAE-4EB3-B448-4501DA034F4A}">
      <dgm:prSet phldrT="[Text]" custT="1"/>
      <dgm:spPr/>
      <dgm:t>
        <a:bodyPr/>
        <a:lstStyle/>
        <a:p>
          <a:pPr>
            <a:defRPr b="1"/>
          </a:pPr>
          <a:r>
            <a:rPr lang="en-US" sz="2400" b="1">
              <a:latin typeface="+mj-lt"/>
            </a:rPr>
            <a:t>1834</a:t>
          </a:r>
          <a:endParaRPr lang="en-US" sz="1600">
            <a:latin typeface="+mj-lt"/>
          </a:endParaRPr>
        </a:p>
      </dgm:t>
    </dgm:pt>
    <dgm:pt modelId="{8CE6ABD6-768E-42C8-9029-C3B5F278B21C}" type="parTrans" cxnId="{CA0753BD-DB60-4D68-8486-5B376B839B26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6B0D7DA9-E6ED-4137-9716-F48BF62327A8}" type="sibTrans" cxnId="{CA0753BD-DB60-4D68-8486-5B376B839B26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CA6B1BA0-B2FC-48AD-8EDA-F4AAA4AF2782}">
      <dgm:prSet custT="1"/>
      <dgm:spPr/>
      <dgm:t>
        <a:bodyPr/>
        <a:lstStyle/>
        <a:p>
          <a:pPr>
            <a:defRPr b="1"/>
          </a:pPr>
          <a:r>
            <a:rPr lang="en-US" sz="2400" b="1">
              <a:latin typeface="+mj-lt"/>
            </a:rPr>
            <a:t>1888</a:t>
          </a:r>
          <a:endParaRPr lang="en-US" sz="1600">
            <a:latin typeface="+mj-lt"/>
          </a:endParaRPr>
        </a:p>
      </dgm:t>
    </dgm:pt>
    <dgm:pt modelId="{D7D3AA07-BCB9-4212-A556-E90870FB1413}" type="parTrans" cxnId="{CD6B6EE8-3813-4EF1-BFEC-C005A3326D63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39FB540D-D808-4040-9A37-0AC474C0212F}" type="sibTrans" cxnId="{CD6B6EE8-3813-4EF1-BFEC-C005A3326D63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92921081-529B-4D1C-83A4-C416BB4C5224}">
      <dgm:prSet custT="1"/>
      <dgm:spPr/>
      <dgm:t>
        <a:bodyPr/>
        <a:lstStyle/>
        <a:p>
          <a:r>
            <a:rPr lang="en-US" sz="1800">
              <a:latin typeface="+mj-lt"/>
            </a:rPr>
            <a:t>First practical DC motor – M. Jacobi</a:t>
          </a:r>
        </a:p>
      </dgm:t>
    </dgm:pt>
    <dgm:pt modelId="{5AD2C2F8-A1D7-469B-93D8-B578BEFE51F8}" type="parTrans" cxnId="{B05C4C7C-FEB8-4825-98A0-C38D3021918A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ECC13403-1F53-4ED4-AE4F-334EEC7C8710}" type="sibTrans" cxnId="{B05C4C7C-FEB8-4825-98A0-C38D3021918A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3CB04A44-4013-4CA7-90FD-29AFC3C15E37}">
      <dgm:prSet custT="1"/>
      <dgm:spPr/>
      <dgm:t>
        <a:bodyPr/>
        <a:lstStyle/>
        <a:p>
          <a:r>
            <a:rPr lang="en-US" sz="1800">
              <a:latin typeface="+mj-lt"/>
            </a:rPr>
            <a:t>AC motors was invented by Nikola Tesla</a:t>
          </a:r>
        </a:p>
      </dgm:t>
    </dgm:pt>
    <dgm:pt modelId="{ECEE936A-E3CC-4209-BECC-1CD0C85A2B72}" type="parTrans" cxnId="{24A8F052-3377-4BA4-8C62-CCF5039C85D7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D7A8F7A0-47A3-4464-B3B7-E0806DF46627}" type="sibTrans" cxnId="{24A8F052-3377-4BA4-8C62-CCF5039C85D7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212ADAAB-D5CB-4BBC-8DAF-7340FD334994}">
      <dgm:prSet custT="1"/>
      <dgm:spPr/>
      <dgm:t>
        <a:bodyPr/>
        <a:lstStyle/>
        <a:p>
          <a:pPr>
            <a:defRPr b="1"/>
          </a:pPr>
          <a:r>
            <a:rPr lang="en-US" sz="2400" b="1">
              <a:latin typeface="+mj-lt"/>
            </a:rPr>
            <a:t>1896</a:t>
          </a:r>
          <a:endParaRPr lang="en-US" sz="1600">
            <a:latin typeface="+mj-lt"/>
          </a:endParaRPr>
        </a:p>
      </dgm:t>
    </dgm:pt>
    <dgm:pt modelId="{45F6D312-A686-491E-95E3-EFB9640CC472}" type="parTrans" cxnId="{C8C7266C-2A0C-476A-85B3-F12BE2521F4C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AB2787E4-2A8B-428D-A4AE-2B14DCFFC4E7}" type="sibTrans" cxnId="{C8C7266C-2A0C-476A-85B3-F12BE2521F4C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2AEE5C11-34AE-4EB7-8907-9BED418EA471}">
      <dgm:prSet custT="1"/>
      <dgm:spPr/>
      <dgm:t>
        <a:bodyPr/>
        <a:lstStyle/>
        <a:p>
          <a:r>
            <a:rPr lang="en-US" sz="1800">
              <a:latin typeface="+mj-lt"/>
            </a:rPr>
            <a:t>Commercial 3-phase induction motor </a:t>
          </a:r>
        </a:p>
      </dgm:t>
    </dgm:pt>
    <dgm:pt modelId="{2E14AD1F-C7EA-45AE-ADC0-0EE92A6516CB}" type="parTrans" cxnId="{DD687B5C-28C8-4088-99B8-D375C5FDAE4A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F36FDDA0-6B91-47CB-8114-B6F076E55FC8}" type="sibTrans" cxnId="{DD687B5C-28C8-4088-99B8-D375C5FDAE4A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62F4A05A-70A1-42D9-AD1F-8B4D9BC43306}">
      <dgm:prSet custT="1"/>
      <dgm:spPr/>
      <dgm:t>
        <a:bodyPr/>
        <a:lstStyle/>
        <a:p>
          <a:pPr>
            <a:defRPr b="1"/>
          </a:pPr>
          <a:r>
            <a:rPr lang="en-US" sz="2400" b="1">
              <a:latin typeface="+mj-lt"/>
            </a:rPr>
            <a:t>1960s-1970s</a:t>
          </a:r>
        </a:p>
      </dgm:t>
    </dgm:pt>
    <dgm:pt modelId="{57BC4BDF-84C9-4FE9-BE27-315FC838EC07}" type="parTrans" cxnId="{759671F6-C42E-499E-B366-5D7E5BEB8882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3144E58C-470C-45EF-BC28-0E086FA7AE15}" type="sibTrans" cxnId="{759671F6-C42E-499E-B366-5D7E5BEB8882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C5EA1D60-41E2-4459-A8DA-53F82094921E}">
      <dgm:prSet custT="1"/>
      <dgm:spPr/>
      <dgm:t>
        <a:bodyPr/>
        <a:lstStyle/>
        <a:p>
          <a:r>
            <a:rPr lang="en-US" sz="1800" b="0">
              <a:latin typeface="+mj-lt"/>
            </a:rPr>
            <a:t>Advent of PE converters and High performance electric drives </a:t>
          </a:r>
        </a:p>
      </dgm:t>
    </dgm:pt>
    <dgm:pt modelId="{310316CB-53A9-4AE5-92A5-511105DBA722}" type="parTrans" cxnId="{BE672CFC-2D2C-4B89-A6B2-D00E37AECBDB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F8E25E23-71C1-452B-B9DC-DCA96226CB9A}" type="sibTrans" cxnId="{BE672CFC-2D2C-4B89-A6B2-D00E37AECBDB}">
      <dgm:prSet/>
      <dgm:spPr/>
      <dgm:t>
        <a:bodyPr/>
        <a:lstStyle/>
        <a:p>
          <a:endParaRPr lang="en-US" sz="2800">
            <a:latin typeface="+mj-lt"/>
          </a:endParaRPr>
        </a:p>
      </dgm:t>
    </dgm:pt>
    <dgm:pt modelId="{7A5D3400-AF5B-4297-8592-4C1EDB9D0973}" type="pres">
      <dgm:prSet presAssocID="{63085546-7C7C-4B3E-ABEB-2669F1A65FB2}" presName="root" presStyleCnt="0">
        <dgm:presLayoutVars>
          <dgm:chMax/>
          <dgm:chPref/>
          <dgm:animLvl val="lvl"/>
        </dgm:presLayoutVars>
      </dgm:prSet>
      <dgm:spPr/>
    </dgm:pt>
    <dgm:pt modelId="{BD204284-1F7C-4D58-BC79-8C2DEE7E9FAF}" type="pres">
      <dgm:prSet presAssocID="{63085546-7C7C-4B3E-ABEB-2669F1A65FB2}" presName="divider" presStyleLbl="fgAcc1" presStyleIdx="0" presStyleCnt="6" custSzY="428624"/>
      <dgm:spPr>
        <a:prstGeom prst="homePlate">
          <a:avLst/>
        </a:prstGeom>
      </dgm:spPr>
    </dgm:pt>
    <dgm:pt modelId="{46A6B157-7198-41C4-9D25-C4F8885F1B6F}" type="pres">
      <dgm:prSet presAssocID="{63085546-7C7C-4B3E-ABEB-2669F1A65FB2}" presName="nodes" presStyleCnt="0">
        <dgm:presLayoutVars>
          <dgm:chMax/>
          <dgm:chPref/>
          <dgm:animLvl val="lvl"/>
        </dgm:presLayoutVars>
      </dgm:prSet>
      <dgm:spPr/>
    </dgm:pt>
    <dgm:pt modelId="{578E6A06-6F61-48BD-9F1A-48E731D6E26D}" type="pres">
      <dgm:prSet presAssocID="{9DCEA5FC-4640-45AF-B712-7A4FD94AEF0D}" presName="composite" presStyleCnt="0"/>
      <dgm:spPr/>
    </dgm:pt>
    <dgm:pt modelId="{9F727168-E825-43C1-AF50-41E115F59C0C}" type="pres">
      <dgm:prSet presAssocID="{9DCEA5FC-4640-45AF-B712-7A4FD94AEF0D}" presName="ConnectorPoint" presStyleLbl="lnNode1" presStyleIdx="0" presStyleCnt="5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C380CA5-521A-4949-A022-450DA9C217F5}" type="pres">
      <dgm:prSet presAssocID="{9DCEA5FC-4640-45AF-B712-7A4FD94AEF0D}" presName="DropPinPlaceHolder" presStyleCnt="0"/>
      <dgm:spPr/>
    </dgm:pt>
    <dgm:pt modelId="{19EF924A-339B-436A-9151-9C7B0B0377B9}" type="pres">
      <dgm:prSet presAssocID="{9DCEA5FC-4640-45AF-B712-7A4FD94AEF0D}" presName="DropPin" presStyleLbl="alignNode1" presStyleIdx="0" presStyleCnt="5"/>
      <dgm:spPr/>
    </dgm:pt>
    <dgm:pt modelId="{846B4BA4-33F0-43CE-A60E-B95E195AD5A9}" type="pres">
      <dgm:prSet presAssocID="{9DCEA5FC-4640-45AF-B712-7A4FD94AEF0D}" presName="Ellipse" presStyleLbl="fgAcc1" presStyleIdx="1" presStyleCnt="6"/>
      <dgm:spPr>
        <a:prstGeom prst="donut">
          <a:avLst/>
        </a:prstGeom>
      </dgm:spPr>
    </dgm:pt>
    <dgm:pt modelId="{A782CF5D-A585-4990-846A-5EDBD19A9BDB}" type="pres">
      <dgm:prSet presAssocID="{9DCEA5FC-4640-45AF-B712-7A4FD94AEF0D}" presName="L2TextContainer" presStyleLbl="revTx" presStyleIdx="0" presStyleCnt="10">
        <dgm:presLayoutVars>
          <dgm:bulletEnabled val="1"/>
        </dgm:presLayoutVars>
      </dgm:prSet>
      <dgm:spPr/>
    </dgm:pt>
    <dgm:pt modelId="{85C50C56-6DC8-4C47-8DBC-4FD6B1554AA4}" type="pres">
      <dgm:prSet presAssocID="{9DCEA5FC-4640-45AF-B712-7A4FD94AEF0D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4F322B1B-F357-4BCD-BF34-8A0D705A1CE7}" type="pres">
      <dgm:prSet presAssocID="{9DCEA5FC-4640-45AF-B712-7A4FD94AEF0D}" presName="ConnectLine" presStyleLbl="sibTrans1D1" presStyleIdx="0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FF32B1E-94FD-475E-9959-8E0546070C5B}" type="pres">
      <dgm:prSet presAssocID="{9DCEA5FC-4640-45AF-B712-7A4FD94AEF0D}" presName="EmptyPlaceHolder" presStyleCnt="0"/>
      <dgm:spPr/>
    </dgm:pt>
    <dgm:pt modelId="{C9E000F5-B650-46EB-A3B0-FBA6593CE548}" type="pres">
      <dgm:prSet presAssocID="{0A99745B-BB5C-49B3-A782-8DB57641F6C9}" presName="spaceBetweenRectangles" presStyleCnt="0"/>
      <dgm:spPr/>
    </dgm:pt>
    <dgm:pt modelId="{64373A7D-C7A5-4C0C-9781-58743159539A}" type="pres">
      <dgm:prSet presAssocID="{096A9AF0-0DAE-4EB3-B448-4501DA034F4A}" presName="composite" presStyleCnt="0"/>
      <dgm:spPr/>
    </dgm:pt>
    <dgm:pt modelId="{B57996C3-16BE-4CEB-B9E2-6FFC42938F41}" type="pres">
      <dgm:prSet presAssocID="{096A9AF0-0DAE-4EB3-B448-4501DA034F4A}" presName="ConnectorPoint" presStyleLbl="lnNode1" presStyleIdx="1" presStyleCnt="5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C71368F-DA7E-405D-93AC-3A6767BF9FC6}" type="pres">
      <dgm:prSet presAssocID="{096A9AF0-0DAE-4EB3-B448-4501DA034F4A}" presName="DropPinPlaceHolder" presStyleCnt="0"/>
      <dgm:spPr/>
    </dgm:pt>
    <dgm:pt modelId="{5B4632EA-1574-417A-A3FA-D711159FBAD1}" type="pres">
      <dgm:prSet presAssocID="{096A9AF0-0DAE-4EB3-B448-4501DA034F4A}" presName="DropPin" presStyleLbl="alignNode1" presStyleIdx="1" presStyleCnt="5"/>
      <dgm:spPr/>
    </dgm:pt>
    <dgm:pt modelId="{032E0966-F86B-4BBD-BE80-8FAB861AF0E8}" type="pres">
      <dgm:prSet presAssocID="{096A9AF0-0DAE-4EB3-B448-4501DA034F4A}" presName="Ellipse" presStyleLbl="fgAcc1" presStyleIdx="2" presStyleCnt="6"/>
      <dgm:spPr>
        <a:prstGeom prst="donut">
          <a:avLst/>
        </a:prstGeom>
      </dgm:spPr>
    </dgm:pt>
    <dgm:pt modelId="{B608C5A1-CE9E-4410-9F2F-F714CC6AB069}" type="pres">
      <dgm:prSet presAssocID="{096A9AF0-0DAE-4EB3-B448-4501DA034F4A}" presName="L2TextContainer" presStyleLbl="revTx" presStyleIdx="2" presStyleCnt="10">
        <dgm:presLayoutVars>
          <dgm:bulletEnabled val="1"/>
        </dgm:presLayoutVars>
      </dgm:prSet>
      <dgm:spPr/>
    </dgm:pt>
    <dgm:pt modelId="{C1E34084-406C-48D5-88FE-7226282DBC49}" type="pres">
      <dgm:prSet presAssocID="{096A9AF0-0DAE-4EB3-B448-4501DA034F4A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33168228-1414-4AAF-B7E5-C08A80BBB2F1}" type="pres">
      <dgm:prSet presAssocID="{096A9AF0-0DAE-4EB3-B448-4501DA034F4A}" presName="ConnectLine" presStyleLbl="sibTrans1D1" presStyleIdx="1" presStyleCnt="5"/>
      <dgm:spPr>
        <a:xfrm>
          <a:off x="1843314" y="2690813"/>
          <a:ext cx="0" cy="1592961"/>
        </a:xfrm>
        <a:prstGeom prst="line">
          <a:avLst/>
        </a:prstGeom>
      </dgm:spPr>
    </dgm:pt>
    <dgm:pt modelId="{C791BCDD-76D3-4E0E-98B9-0C4903CF0E94}" type="pres">
      <dgm:prSet presAssocID="{096A9AF0-0DAE-4EB3-B448-4501DA034F4A}" presName="EmptyPlaceHolder" presStyleCnt="0"/>
      <dgm:spPr/>
    </dgm:pt>
    <dgm:pt modelId="{3B1DA912-FDB7-4F73-8823-B30C56F7DE86}" type="pres">
      <dgm:prSet presAssocID="{6B0D7DA9-E6ED-4137-9716-F48BF62327A8}" presName="spaceBetweenRectangles" presStyleCnt="0"/>
      <dgm:spPr/>
    </dgm:pt>
    <dgm:pt modelId="{B744CD57-FD23-4E62-9589-4CAC57B034E9}" type="pres">
      <dgm:prSet presAssocID="{CA6B1BA0-B2FC-48AD-8EDA-F4AAA4AF2782}" presName="composite" presStyleCnt="0"/>
      <dgm:spPr/>
    </dgm:pt>
    <dgm:pt modelId="{D891B168-1DA5-4124-931F-A51FCB8EFC11}" type="pres">
      <dgm:prSet presAssocID="{CA6B1BA0-B2FC-48AD-8EDA-F4AAA4AF2782}" presName="ConnectorPoint" presStyleLbl="lnNode1" presStyleIdx="2" presStyleCnt="5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2206762-CD73-4F82-B16A-D168E2503215}" type="pres">
      <dgm:prSet presAssocID="{CA6B1BA0-B2FC-48AD-8EDA-F4AAA4AF2782}" presName="DropPinPlaceHolder" presStyleCnt="0"/>
      <dgm:spPr/>
    </dgm:pt>
    <dgm:pt modelId="{C0DBECBF-E3AA-450B-95D4-8349AA21B4F8}" type="pres">
      <dgm:prSet presAssocID="{CA6B1BA0-B2FC-48AD-8EDA-F4AAA4AF2782}" presName="DropPin" presStyleLbl="alignNode1" presStyleIdx="2" presStyleCnt="5"/>
      <dgm:spPr/>
    </dgm:pt>
    <dgm:pt modelId="{6EDDD44C-F5E4-49AD-B1D9-346B8B8AEE8F}" type="pres">
      <dgm:prSet presAssocID="{CA6B1BA0-B2FC-48AD-8EDA-F4AAA4AF2782}" presName="Ellipse" presStyleLbl="fgAcc1" presStyleIdx="3" presStyleCnt="6"/>
      <dgm:spPr>
        <a:prstGeom prst="donut">
          <a:avLst/>
        </a:prstGeom>
      </dgm:spPr>
    </dgm:pt>
    <dgm:pt modelId="{FE564261-183D-47F9-8E7E-BCFC5023A815}" type="pres">
      <dgm:prSet presAssocID="{CA6B1BA0-B2FC-48AD-8EDA-F4AAA4AF2782}" presName="L2TextContainer" presStyleLbl="revTx" presStyleIdx="4" presStyleCnt="10">
        <dgm:presLayoutVars>
          <dgm:bulletEnabled val="1"/>
        </dgm:presLayoutVars>
      </dgm:prSet>
      <dgm:spPr/>
    </dgm:pt>
    <dgm:pt modelId="{3DA36ABE-9810-4ED4-9A55-2905E7588D06}" type="pres">
      <dgm:prSet presAssocID="{CA6B1BA0-B2FC-48AD-8EDA-F4AAA4AF2782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4B9F5909-A57C-4893-9C8A-D5960FE9BE37}" type="pres">
      <dgm:prSet presAssocID="{CA6B1BA0-B2FC-48AD-8EDA-F4AAA4AF2782}" presName="ConnectLine" presStyleLbl="sibTrans1D1" presStyleIdx="2" presStyleCnt="5"/>
      <dgm:spPr>
        <a:xfrm>
          <a:off x="4960678" y="2690813"/>
          <a:ext cx="0" cy="1592961"/>
        </a:xfrm>
        <a:prstGeom prst="line">
          <a:avLst/>
        </a:prstGeom>
      </dgm:spPr>
    </dgm:pt>
    <dgm:pt modelId="{DEDCEF89-DB8F-4197-B2D2-2D39426E0B96}" type="pres">
      <dgm:prSet presAssocID="{CA6B1BA0-B2FC-48AD-8EDA-F4AAA4AF2782}" presName="EmptyPlaceHolder" presStyleCnt="0"/>
      <dgm:spPr/>
    </dgm:pt>
    <dgm:pt modelId="{4A96FD2F-C127-41DC-AA54-1EEBED6BA483}" type="pres">
      <dgm:prSet presAssocID="{39FB540D-D808-4040-9A37-0AC474C0212F}" presName="spaceBetweenRectangles" presStyleCnt="0"/>
      <dgm:spPr/>
    </dgm:pt>
    <dgm:pt modelId="{A1AE2BC4-A99C-4DD3-A84D-EB3461D18287}" type="pres">
      <dgm:prSet presAssocID="{212ADAAB-D5CB-4BBC-8DAF-7340FD334994}" presName="composite" presStyleCnt="0"/>
      <dgm:spPr/>
    </dgm:pt>
    <dgm:pt modelId="{278CF1E0-B1C4-4B10-A5EC-FD7EF0557E2D}" type="pres">
      <dgm:prSet presAssocID="{212ADAAB-D5CB-4BBC-8DAF-7340FD334994}" presName="ConnectorPoint" presStyleLbl="lnNode1" presStyleIdx="3" presStyleCnt="5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7B65FB4-BE6A-41E6-BBE9-8DC9F7B73486}" type="pres">
      <dgm:prSet presAssocID="{212ADAAB-D5CB-4BBC-8DAF-7340FD334994}" presName="DropPinPlaceHolder" presStyleCnt="0"/>
      <dgm:spPr/>
    </dgm:pt>
    <dgm:pt modelId="{488CC4C6-DFBC-460C-A9ED-BEDA8CC682D4}" type="pres">
      <dgm:prSet presAssocID="{212ADAAB-D5CB-4BBC-8DAF-7340FD334994}" presName="DropPin" presStyleLbl="alignNode1" presStyleIdx="3" presStyleCnt="5"/>
      <dgm:spPr/>
    </dgm:pt>
    <dgm:pt modelId="{48CA82DA-B677-461B-A08D-337683480059}" type="pres">
      <dgm:prSet presAssocID="{212ADAAB-D5CB-4BBC-8DAF-7340FD334994}" presName="Ellipse" presStyleLbl="fgAcc1" presStyleIdx="4" presStyleCnt="6"/>
      <dgm:spPr>
        <a:prstGeom prst="donut">
          <a:avLst/>
        </a:prstGeom>
      </dgm:spPr>
    </dgm:pt>
    <dgm:pt modelId="{D1646913-A3FA-4470-A3E9-C64B0A13A62A}" type="pres">
      <dgm:prSet presAssocID="{212ADAAB-D5CB-4BBC-8DAF-7340FD334994}" presName="L2TextContainer" presStyleLbl="revTx" presStyleIdx="6" presStyleCnt="10">
        <dgm:presLayoutVars>
          <dgm:bulletEnabled val="1"/>
        </dgm:presLayoutVars>
      </dgm:prSet>
      <dgm:spPr/>
    </dgm:pt>
    <dgm:pt modelId="{6EC2FC68-E1B8-4274-8090-C2C96A4CD82C}" type="pres">
      <dgm:prSet presAssocID="{212ADAAB-D5CB-4BBC-8DAF-7340FD334994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4F41BF23-550C-4E7F-977E-3D22E3AF7B51}" type="pres">
      <dgm:prSet presAssocID="{212ADAAB-D5CB-4BBC-8DAF-7340FD334994}" presName="ConnectLine" presStyleLbl="sibTrans1D1" presStyleIdx="3" presStyleCnt="5"/>
      <dgm:spPr>
        <a:xfrm>
          <a:off x="6519360" y="1097851"/>
          <a:ext cx="0" cy="1592961"/>
        </a:xfrm>
        <a:prstGeom prst="line">
          <a:avLst/>
        </a:prstGeom>
      </dgm:spPr>
    </dgm:pt>
    <dgm:pt modelId="{5018695D-CFD4-49F8-8967-BA8A0C0A0DE1}" type="pres">
      <dgm:prSet presAssocID="{212ADAAB-D5CB-4BBC-8DAF-7340FD334994}" presName="EmptyPlaceHolder" presStyleCnt="0"/>
      <dgm:spPr/>
    </dgm:pt>
    <dgm:pt modelId="{61EA613E-57A8-485F-A4A9-29037092E83A}" type="pres">
      <dgm:prSet presAssocID="{AB2787E4-2A8B-428D-A4AE-2B14DCFFC4E7}" presName="spaceBetweenRectangles" presStyleCnt="0"/>
      <dgm:spPr/>
    </dgm:pt>
    <dgm:pt modelId="{C0D2BF3F-3C4F-4C50-88AA-B97D5309F904}" type="pres">
      <dgm:prSet presAssocID="{62F4A05A-70A1-42D9-AD1F-8B4D9BC43306}" presName="composite" presStyleCnt="0"/>
      <dgm:spPr/>
    </dgm:pt>
    <dgm:pt modelId="{2104E95A-1102-42E2-8503-16948CAB4822}" type="pres">
      <dgm:prSet presAssocID="{62F4A05A-70A1-42D9-AD1F-8B4D9BC43306}" presName="ConnectorPoint" presStyleLbl="lnNode1" presStyleIdx="4" presStyleCnt="5"/>
      <dgm:spPr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58A1B99-6838-4B3A-AC4F-A329A143879F}" type="pres">
      <dgm:prSet presAssocID="{62F4A05A-70A1-42D9-AD1F-8B4D9BC43306}" presName="DropPinPlaceHolder" presStyleCnt="0"/>
      <dgm:spPr/>
    </dgm:pt>
    <dgm:pt modelId="{924AC3E2-2A59-4321-92B1-F39BB0EA56DA}" type="pres">
      <dgm:prSet presAssocID="{62F4A05A-70A1-42D9-AD1F-8B4D9BC43306}" presName="DropPin" presStyleLbl="alignNode1" presStyleIdx="4" presStyleCnt="5"/>
      <dgm:spPr/>
    </dgm:pt>
    <dgm:pt modelId="{809D5906-C467-4A00-A214-30D3655ED848}" type="pres">
      <dgm:prSet presAssocID="{62F4A05A-70A1-42D9-AD1F-8B4D9BC43306}" presName="Ellipse" presStyleLbl="fgAcc1" presStyleIdx="5" presStyleCnt="6"/>
      <dgm:spPr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76FBDDE3-5D47-4B01-B55B-D4B0A6145222}" type="pres">
      <dgm:prSet presAssocID="{62F4A05A-70A1-42D9-AD1F-8B4D9BC43306}" presName="L2TextContainer" presStyleLbl="revTx" presStyleIdx="8" presStyleCnt="10">
        <dgm:presLayoutVars>
          <dgm:bulletEnabled val="1"/>
        </dgm:presLayoutVars>
      </dgm:prSet>
      <dgm:spPr/>
    </dgm:pt>
    <dgm:pt modelId="{96531301-6B85-4DA1-B17F-61C40CF45EFA}" type="pres">
      <dgm:prSet presAssocID="{62F4A05A-70A1-42D9-AD1F-8B4D9BC43306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F420519B-C0A3-4E37-847C-F36AB79A50E5}" type="pres">
      <dgm:prSet presAssocID="{62F4A05A-70A1-42D9-AD1F-8B4D9BC43306}" presName="ConnectLine" presStyleLbl="sibTrans1D1" presStyleIdx="4" presStyleCnt="5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66061598-82C6-4737-A7E3-8110FE6B1072}" type="pres">
      <dgm:prSet presAssocID="{62F4A05A-70A1-42D9-AD1F-8B4D9BC43306}" presName="EmptyPlaceHolder" presStyleCnt="0"/>
      <dgm:spPr/>
    </dgm:pt>
  </dgm:ptLst>
  <dgm:cxnLst>
    <dgm:cxn modelId="{6A8F1406-0F01-4D1C-A305-FCD6B9B64F0E}" type="presOf" srcId="{62F4A05A-70A1-42D9-AD1F-8B4D9BC43306}" destId="{96531301-6B85-4DA1-B17F-61C40CF45EFA}" srcOrd="0" destOrd="0" presId="urn:microsoft.com/office/officeart/2017/3/layout/DropPinTimeline"/>
    <dgm:cxn modelId="{2F02861A-3FDC-4C2B-B724-282D5914D85A}" type="presOf" srcId="{212ADAAB-D5CB-4BBC-8DAF-7340FD334994}" destId="{6EC2FC68-E1B8-4274-8090-C2C96A4CD82C}" srcOrd="0" destOrd="0" presId="urn:microsoft.com/office/officeart/2017/3/layout/DropPinTimeline"/>
    <dgm:cxn modelId="{146C3436-7349-460D-8FAF-B5C22B68A41F}" type="presOf" srcId="{CA6B1BA0-B2FC-48AD-8EDA-F4AAA4AF2782}" destId="{3DA36ABE-9810-4ED4-9A55-2905E7588D06}" srcOrd="0" destOrd="0" presId="urn:microsoft.com/office/officeart/2017/3/layout/DropPinTimeline"/>
    <dgm:cxn modelId="{39A11E5C-7A57-4117-A6DF-36000C29509C}" srcId="{9DCEA5FC-4640-45AF-B712-7A4FD94AEF0D}" destId="{831701CF-77C7-46C0-A913-8CC39517BAB8}" srcOrd="0" destOrd="0" parTransId="{13FBC60D-3EA6-4496-BA97-C1AE8C7F8961}" sibTransId="{75156CDF-E17B-4DAD-AE37-EA44D7F37090}"/>
    <dgm:cxn modelId="{DD687B5C-28C8-4088-99B8-D375C5FDAE4A}" srcId="{212ADAAB-D5CB-4BBC-8DAF-7340FD334994}" destId="{2AEE5C11-34AE-4EB7-8907-9BED418EA471}" srcOrd="0" destOrd="0" parTransId="{2E14AD1F-C7EA-45AE-ADC0-0EE92A6516CB}" sibTransId="{F36FDDA0-6B91-47CB-8114-B6F076E55FC8}"/>
    <dgm:cxn modelId="{DBD99269-D7F7-4B47-B17B-A5AE402751D9}" srcId="{63085546-7C7C-4B3E-ABEB-2669F1A65FB2}" destId="{9DCEA5FC-4640-45AF-B712-7A4FD94AEF0D}" srcOrd="0" destOrd="0" parTransId="{929A5FD9-0612-4B79-9B59-C3C36D34A069}" sibTransId="{0A99745B-BB5C-49B3-A782-8DB57641F6C9}"/>
    <dgm:cxn modelId="{C8C7266C-2A0C-476A-85B3-F12BE2521F4C}" srcId="{63085546-7C7C-4B3E-ABEB-2669F1A65FB2}" destId="{212ADAAB-D5CB-4BBC-8DAF-7340FD334994}" srcOrd="3" destOrd="0" parTransId="{45F6D312-A686-491E-95E3-EFB9640CC472}" sibTransId="{AB2787E4-2A8B-428D-A4AE-2B14DCFFC4E7}"/>
    <dgm:cxn modelId="{2841EC4D-F3DC-4972-B897-89C9EA062B26}" type="presOf" srcId="{92921081-529B-4D1C-83A4-C416BB4C5224}" destId="{B608C5A1-CE9E-4410-9F2F-F714CC6AB069}" srcOrd="0" destOrd="0" presId="urn:microsoft.com/office/officeart/2017/3/layout/DropPinTimeline"/>
    <dgm:cxn modelId="{3C15AF51-54A6-4ED0-824A-52A4CE5468AB}" type="presOf" srcId="{2AEE5C11-34AE-4EB7-8907-9BED418EA471}" destId="{D1646913-A3FA-4470-A3E9-C64B0A13A62A}" srcOrd="0" destOrd="0" presId="urn:microsoft.com/office/officeart/2017/3/layout/DropPinTimeline"/>
    <dgm:cxn modelId="{24A8F052-3377-4BA4-8C62-CCF5039C85D7}" srcId="{CA6B1BA0-B2FC-48AD-8EDA-F4AAA4AF2782}" destId="{3CB04A44-4013-4CA7-90FD-29AFC3C15E37}" srcOrd="0" destOrd="0" parTransId="{ECEE936A-E3CC-4209-BECC-1CD0C85A2B72}" sibTransId="{D7A8F7A0-47A3-4464-B3B7-E0806DF46627}"/>
    <dgm:cxn modelId="{601FA375-B804-4895-B969-A3CE7B37C85C}" type="presOf" srcId="{096A9AF0-0DAE-4EB3-B448-4501DA034F4A}" destId="{C1E34084-406C-48D5-88FE-7226282DBC49}" srcOrd="0" destOrd="0" presId="urn:microsoft.com/office/officeart/2017/3/layout/DropPinTimeline"/>
    <dgm:cxn modelId="{761E4B58-8AA0-4EE9-9827-01A0CA5D8AAC}" type="presOf" srcId="{9DCEA5FC-4640-45AF-B712-7A4FD94AEF0D}" destId="{85C50C56-6DC8-4C47-8DBC-4FD6B1554AA4}" srcOrd="0" destOrd="0" presId="urn:microsoft.com/office/officeart/2017/3/layout/DropPinTimeline"/>
    <dgm:cxn modelId="{B05C4C7C-FEB8-4825-98A0-C38D3021918A}" srcId="{096A9AF0-0DAE-4EB3-B448-4501DA034F4A}" destId="{92921081-529B-4D1C-83A4-C416BB4C5224}" srcOrd="0" destOrd="0" parTransId="{5AD2C2F8-A1D7-469B-93D8-B578BEFE51F8}" sibTransId="{ECC13403-1F53-4ED4-AE4F-334EEC7C8710}"/>
    <dgm:cxn modelId="{2802187F-7EB3-49BE-9C62-E8F8F0567AFB}" type="presOf" srcId="{3CB04A44-4013-4CA7-90FD-29AFC3C15E37}" destId="{FE564261-183D-47F9-8E7E-BCFC5023A815}" srcOrd="0" destOrd="0" presId="urn:microsoft.com/office/officeart/2017/3/layout/DropPinTimeline"/>
    <dgm:cxn modelId="{247DE591-0579-4FF5-9C62-940C4F67096B}" type="presOf" srcId="{63085546-7C7C-4B3E-ABEB-2669F1A65FB2}" destId="{7A5D3400-AF5B-4297-8592-4C1EDB9D0973}" srcOrd="0" destOrd="0" presId="urn:microsoft.com/office/officeart/2017/3/layout/DropPinTimeline"/>
    <dgm:cxn modelId="{F16073A4-7F3E-4CB9-8FB4-14646A5FA672}" type="presOf" srcId="{831701CF-77C7-46C0-A913-8CC39517BAB8}" destId="{A782CF5D-A585-4990-846A-5EDBD19A9BDB}" srcOrd="0" destOrd="0" presId="urn:microsoft.com/office/officeart/2017/3/layout/DropPinTimeline"/>
    <dgm:cxn modelId="{CA0753BD-DB60-4D68-8486-5B376B839B26}" srcId="{63085546-7C7C-4B3E-ABEB-2669F1A65FB2}" destId="{096A9AF0-0DAE-4EB3-B448-4501DA034F4A}" srcOrd="1" destOrd="0" parTransId="{8CE6ABD6-768E-42C8-9029-C3B5F278B21C}" sibTransId="{6B0D7DA9-E6ED-4137-9716-F48BF62327A8}"/>
    <dgm:cxn modelId="{CD6B6EE8-3813-4EF1-BFEC-C005A3326D63}" srcId="{63085546-7C7C-4B3E-ABEB-2669F1A65FB2}" destId="{CA6B1BA0-B2FC-48AD-8EDA-F4AAA4AF2782}" srcOrd="2" destOrd="0" parTransId="{D7D3AA07-BCB9-4212-A556-E90870FB1413}" sibTransId="{39FB540D-D808-4040-9A37-0AC474C0212F}"/>
    <dgm:cxn modelId="{759671F6-C42E-499E-B366-5D7E5BEB8882}" srcId="{63085546-7C7C-4B3E-ABEB-2669F1A65FB2}" destId="{62F4A05A-70A1-42D9-AD1F-8B4D9BC43306}" srcOrd="4" destOrd="0" parTransId="{57BC4BDF-84C9-4FE9-BE27-315FC838EC07}" sibTransId="{3144E58C-470C-45EF-BC28-0E086FA7AE15}"/>
    <dgm:cxn modelId="{8CE554F6-B0FE-4817-8B18-B9383A18C899}" type="presOf" srcId="{C5EA1D60-41E2-4459-A8DA-53F82094921E}" destId="{76FBDDE3-5D47-4B01-B55B-D4B0A6145222}" srcOrd="0" destOrd="0" presId="urn:microsoft.com/office/officeart/2017/3/layout/DropPinTimeline"/>
    <dgm:cxn modelId="{BE672CFC-2D2C-4B89-A6B2-D00E37AECBDB}" srcId="{62F4A05A-70A1-42D9-AD1F-8B4D9BC43306}" destId="{C5EA1D60-41E2-4459-A8DA-53F82094921E}" srcOrd="0" destOrd="0" parTransId="{310316CB-53A9-4AE5-92A5-511105DBA722}" sibTransId="{F8E25E23-71C1-452B-B9DC-DCA96226CB9A}"/>
    <dgm:cxn modelId="{DA6A51DB-6C18-400B-9DA5-E8330852483B}" type="presParOf" srcId="{7A5D3400-AF5B-4297-8592-4C1EDB9D0973}" destId="{BD204284-1F7C-4D58-BC79-8C2DEE7E9FAF}" srcOrd="0" destOrd="0" presId="urn:microsoft.com/office/officeart/2017/3/layout/DropPinTimeline"/>
    <dgm:cxn modelId="{B682209A-D180-4D3D-A7FE-3FF4623AAAC8}" type="presParOf" srcId="{7A5D3400-AF5B-4297-8592-4C1EDB9D0973}" destId="{46A6B157-7198-41C4-9D25-C4F8885F1B6F}" srcOrd="1" destOrd="0" presId="urn:microsoft.com/office/officeart/2017/3/layout/DropPinTimeline"/>
    <dgm:cxn modelId="{4CF30FDC-8EA5-4C55-A240-DA99543AE3C6}" type="presParOf" srcId="{46A6B157-7198-41C4-9D25-C4F8885F1B6F}" destId="{578E6A06-6F61-48BD-9F1A-48E731D6E26D}" srcOrd="0" destOrd="0" presId="urn:microsoft.com/office/officeart/2017/3/layout/DropPinTimeline"/>
    <dgm:cxn modelId="{7F06BCA7-F8E6-43B5-AEBF-3EA16A460043}" type="presParOf" srcId="{578E6A06-6F61-48BD-9F1A-48E731D6E26D}" destId="{9F727168-E825-43C1-AF50-41E115F59C0C}" srcOrd="0" destOrd="0" presId="urn:microsoft.com/office/officeart/2017/3/layout/DropPinTimeline"/>
    <dgm:cxn modelId="{39550BBA-C07C-435F-AE58-6A3869656E8F}" type="presParOf" srcId="{578E6A06-6F61-48BD-9F1A-48E731D6E26D}" destId="{0C380CA5-521A-4949-A022-450DA9C217F5}" srcOrd="1" destOrd="0" presId="urn:microsoft.com/office/officeart/2017/3/layout/DropPinTimeline"/>
    <dgm:cxn modelId="{50FAF036-8C4F-4AB4-964E-F6C0C8E1B366}" type="presParOf" srcId="{0C380CA5-521A-4949-A022-450DA9C217F5}" destId="{19EF924A-339B-436A-9151-9C7B0B0377B9}" srcOrd="0" destOrd="0" presId="urn:microsoft.com/office/officeart/2017/3/layout/DropPinTimeline"/>
    <dgm:cxn modelId="{FEF6FDFF-AC95-4350-940F-FC375C454173}" type="presParOf" srcId="{0C380CA5-521A-4949-A022-450DA9C217F5}" destId="{846B4BA4-33F0-43CE-A60E-B95E195AD5A9}" srcOrd="1" destOrd="0" presId="urn:microsoft.com/office/officeart/2017/3/layout/DropPinTimeline"/>
    <dgm:cxn modelId="{86FB1E3B-8C27-43E3-9CFC-6B9AD5B19723}" type="presParOf" srcId="{578E6A06-6F61-48BD-9F1A-48E731D6E26D}" destId="{A782CF5D-A585-4990-846A-5EDBD19A9BDB}" srcOrd="2" destOrd="0" presId="urn:microsoft.com/office/officeart/2017/3/layout/DropPinTimeline"/>
    <dgm:cxn modelId="{A2AA414F-7DC4-4250-B21D-62866A63C6BC}" type="presParOf" srcId="{578E6A06-6F61-48BD-9F1A-48E731D6E26D}" destId="{85C50C56-6DC8-4C47-8DBC-4FD6B1554AA4}" srcOrd="3" destOrd="0" presId="urn:microsoft.com/office/officeart/2017/3/layout/DropPinTimeline"/>
    <dgm:cxn modelId="{AEEA7548-3D0E-4A32-8C4A-EEFE5745C7DF}" type="presParOf" srcId="{578E6A06-6F61-48BD-9F1A-48E731D6E26D}" destId="{4F322B1B-F357-4BCD-BF34-8A0D705A1CE7}" srcOrd="4" destOrd="0" presId="urn:microsoft.com/office/officeart/2017/3/layout/DropPinTimeline"/>
    <dgm:cxn modelId="{7AB3159E-92F2-4399-AE36-6211AADC42EA}" type="presParOf" srcId="{578E6A06-6F61-48BD-9F1A-48E731D6E26D}" destId="{9FF32B1E-94FD-475E-9959-8E0546070C5B}" srcOrd="5" destOrd="0" presId="urn:microsoft.com/office/officeart/2017/3/layout/DropPinTimeline"/>
    <dgm:cxn modelId="{CAD3EAEA-2806-4987-BD88-048D89C54CF1}" type="presParOf" srcId="{46A6B157-7198-41C4-9D25-C4F8885F1B6F}" destId="{C9E000F5-B650-46EB-A3B0-FBA6593CE548}" srcOrd="1" destOrd="0" presId="urn:microsoft.com/office/officeart/2017/3/layout/DropPinTimeline"/>
    <dgm:cxn modelId="{5EA5B657-7F2F-44E2-B1DD-0B3ECBD1E99D}" type="presParOf" srcId="{46A6B157-7198-41C4-9D25-C4F8885F1B6F}" destId="{64373A7D-C7A5-4C0C-9781-58743159539A}" srcOrd="2" destOrd="0" presId="urn:microsoft.com/office/officeart/2017/3/layout/DropPinTimeline"/>
    <dgm:cxn modelId="{14BAE908-5010-418B-B10F-E0EF3644818C}" type="presParOf" srcId="{64373A7D-C7A5-4C0C-9781-58743159539A}" destId="{B57996C3-16BE-4CEB-B9E2-6FFC42938F41}" srcOrd="0" destOrd="0" presId="urn:microsoft.com/office/officeart/2017/3/layout/DropPinTimeline"/>
    <dgm:cxn modelId="{6EE799C9-2ACE-448A-B9B4-1F0BFCC5494D}" type="presParOf" srcId="{64373A7D-C7A5-4C0C-9781-58743159539A}" destId="{BC71368F-DA7E-405D-93AC-3A6767BF9FC6}" srcOrd="1" destOrd="0" presId="urn:microsoft.com/office/officeart/2017/3/layout/DropPinTimeline"/>
    <dgm:cxn modelId="{59CC3372-0972-45A9-AB2E-167939969C7E}" type="presParOf" srcId="{BC71368F-DA7E-405D-93AC-3A6767BF9FC6}" destId="{5B4632EA-1574-417A-A3FA-D711159FBAD1}" srcOrd="0" destOrd="0" presId="urn:microsoft.com/office/officeart/2017/3/layout/DropPinTimeline"/>
    <dgm:cxn modelId="{1BF47519-9E4E-4BB0-BCBA-A5961FF9A6CD}" type="presParOf" srcId="{BC71368F-DA7E-405D-93AC-3A6767BF9FC6}" destId="{032E0966-F86B-4BBD-BE80-8FAB861AF0E8}" srcOrd="1" destOrd="0" presId="urn:microsoft.com/office/officeart/2017/3/layout/DropPinTimeline"/>
    <dgm:cxn modelId="{882EEBD2-110A-4990-8880-616C578449B7}" type="presParOf" srcId="{64373A7D-C7A5-4C0C-9781-58743159539A}" destId="{B608C5A1-CE9E-4410-9F2F-F714CC6AB069}" srcOrd="2" destOrd="0" presId="urn:microsoft.com/office/officeart/2017/3/layout/DropPinTimeline"/>
    <dgm:cxn modelId="{E5F82FBD-2B6D-4121-BACE-4D1B9A91EC66}" type="presParOf" srcId="{64373A7D-C7A5-4C0C-9781-58743159539A}" destId="{C1E34084-406C-48D5-88FE-7226282DBC49}" srcOrd="3" destOrd="0" presId="urn:microsoft.com/office/officeart/2017/3/layout/DropPinTimeline"/>
    <dgm:cxn modelId="{B94D7E38-E5D7-44D5-B33C-E3A0C78F3780}" type="presParOf" srcId="{64373A7D-C7A5-4C0C-9781-58743159539A}" destId="{33168228-1414-4AAF-B7E5-C08A80BBB2F1}" srcOrd="4" destOrd="0" presId="urn:microsoft.com/office/officeart/2017/3/layout/DropPinTimeline"/>
    <dgm:cxn modelId="{397EE9F0-39A3-4A02-B678-70EBE6F9F893}" type="presParOf" srcId="{64373A7D-C7A5-4C0C-9781-58743159539A}" destId="{C791BCDD-76D3-4E0E-98B9-0C4903CF0E94}" srcOrd="5" destOrd="0" presId="urn:microsoft.com/office/officeart/2017/3/layout/DropPinTimeline"/>
    <dgm:cxn modelId="{AD2F3FEC-DCA0-43DB-982D-903784448797}" type="presParOf" srcId="{46A6B157-7198-41C4-9D25-C4F8885F1B6F}" destId="{3B1DA912-FDB7-4F73-8823-B30C56F7DE86}" srcOrd="3" destOrd="0" presId="urn:microsoft.com/office/officeart/2017/3/layout/DropPinTimeline"/>
    <dgm:cxn modelId="{07DA9BDD-D756-4F29-80E5-7856AC99F270}" type="presParOf" srcId="{46A6B157-7198-41C4-9D25-C4F8885F1B6F}" destId="{B744CD57-FD23-4E62-9589-4CAC57B034E9}" srcOrd="4" destOrd="0" presId="urn:microsoft.com/office/officeart/2017/3/layout/DropPinTimeline"/>
    <dgm:cxn modelId="{A54741C0-57CC-4443-9EC5-35B27EE5E879}" type="presParOf" srcId="{B744CD57-FD23-4E62-9589-4CAC57B034E9}" destId="{D891B168-1DA5-4124-931F-A51FCB8EFC11}" srcOrd="0" destOrd="0" presId="urn:microsoft.com/office/officeart/2017/3/layout/DropPinTimeline"/>
    <dgm:cxn modelId="{44B3C3FE-C503-4088-9594-FF6526E19BF3}" type="presParOf" srcId="{B744CD57-FD23-4E62-9589-4CAC57B034E9}" destId="{42206762-CD73-4F82-B16A-D168E2503215}" srcOrd="1" destOrd="0" presId="urn:microsoft.com/office/officeart/2017/3/layout/DropPinTimeline"/>
    <dgm:cxn modelId="{239B9997-909E-499F-90E5-95A977AC216C}" type="presParOf" srcId="{42206762-CD73-4F82-B16A-D168E2503215}" destId="{C0DBECBF-E3AA-450B-95D4-8349AA21B4F8}" srcOrd="0" destOrd="0" presId="urn:microsoft.com/office/officeart/2017/3/layout/DropPinTimeline"/>
    <dgm:cxn modelId="{913BA6FA-228D-4434-8839-0BBC563346A1}" type="presParOf" srcId="{42206762-CD73-4F82-B16A-D168E2503215}" destId="{6EDDD44C-F5E4-49AD-B1D9-346B8B8AEE8F}" srcOrd="1" destOrd="0" presId="urn:microsoft.com/office/officeart/2017/3/layout/DropPinTimeline"/>
    <dgm:cxn modelId="{81CB2C61-6B70-4A51-ACCE-DD65EFE72264}" type="presParOf" srcId="{B744CD57-FD23-4E62-9589-4CAC57B034E9}" destId="{FE564261-183D-47F9-8E7E-BCFC5023A815}" srcOrd="2" destOrd="0" presId="urn:microsoft.com/office/officeart/2017/3/layout/DropPinTimeline"/>
    <dgm:cxn modelId="{0D94F868-59F8-4671-9038-53D01D6C70F0}" type="presParOf" srcId="{B744CD57-FD23-4E62-9589-4CAC57B034E9}" destId="{3DA36ABE-9810-4ED4-9A55-2905E7588D06}" srcOrd="3" destOrd="0" presId="urn:microsoft.com/office/officeart/2017/3/layout/DropPinTimeline"/>
    <dgm:cxn modelId="{A0A095FA-FAD3-4861-A220-140A889CB7D8}" type="presParOf" srcId="{B744CD57-FD23-4E62-9589-4CAC57B034E9}" destId="{4B9F5909-A57C-4893-9C8A-D5960FE9BE37}" srcOrd="4" destOrd="0" presId="urn:microsoft.com/office/officeart/2017/3/layout/DropPinTimeline"/>
    <dgm:cxn modelId="{8FFFA548-0EFE-4476-B5A5-95CB32500074}" type="presParOf" srcId="{B744CD57-FD23-4E62-9589-4CAC57B034E9}" destId="{DEDCEF89-DB8F-4197-B2D2-2D39426E0B96}" srcOrd="5" destOrd="0" presId="urn:microsoft.com/office/officeart/2017/3/layout/DropPinTimeline"/>
    <dgm:cxn modelId="{D7A836E4-E400-4ED7-ABF3-88920F3B86D1}" type="presParOf" srcId="{46A6B157-7198-41C4-9D25-C4F8885F1B6F}" destId="{4A96FD2F-C127-41DC-AA54-1EEBED6BA483}" srcOrd="5" destOrd="0" presId="urn:microsoft.com/office/officeart/2017/3/layout/DropPinTimeline"/>
    <dgm:cxn modelId="{2E35C8AB-C54E-4DE6-98F2-126D8B12CA35}" type="presParOf" srcId="{46A6B157-7198-41C4-9D25-C4F8885F1B6F}" destId="{A1AE2BC4-A99C-4DD3-A84D-EB3461D18287}" srcOrd="6" destOrd="0" presId="urn:microsoft.com/office/officeart/2017/3/layout/DropPinTimeline"/>
    <dgm:cxn modelId="{AC45CECB-C5CF-4E80-98D8-0844891DC577}" type="presParOf" srcId="{A1AE2BC4-A99C-4DD3-A84D-EB3461D18287}" destId="{278CF1E0-B1C4-4B10-A5EC-FD7EF0557E2D}" srcOrd="0" destOrd="0" presId="urn:microsoft.com/office/officeart/2017/3/layout/DropPinTimeline"/>
    <dgm:cxn modelId="{FAC5196A-0FF0-48C2-A8D5-A327A9296F37}" type="presParOf" srcId="{A1AE2BC4-A99C-4DD3-A84D-EB3461D18287}" destId="{27B65FB4-BE6A-41E6-BBE9-8DC9F7B73486}" srcOrd="1" destOrd="0" presId="urn:microsoft.com/office/officeart/2017/3/layout/DropPinTimeline"/>
    <dgm:cxn modelId="{6506C7DF-695E-463E-9F7A-076AACE839A3}" type="presParOf" srcId="{27B65FB4-BE6A-41E6-BBE9-8DC9F7B73486}" destId="{488CC4C6-DFBC-460C-A9ED-BEDA8CC682D4}" srcOrd="0" destOrd="0" presId="urn:microsoft.com/office/officeart/2017/3/layout/DropPinTimeline"/>
    <dgm:cxn modelId="{BB2EC07F-9382-4ADC-B58A-370E51165161}" type="presParOf" srcId="{27B65FB4-BE6A-41E6-BBE9-8DC9F7B73486}" destId="{48CA82DA-B677-461B-A08D-337683480059}" srcOrd="1" destOrd="0" presId="urn:microsoft.com/office/officeart/2017/3/layout/DropPinTimeline"/>
    <dgm:cxn modelId="{D2C7B1A6-CF92-4104-85AF-7ED69E77FB2E}" type="presParOf" srcId="{A1AE2BC4-A99C-4DD3-A84D-EB3461D18287}" destId="{D1646913-A3FA-4470-A3E9-C64B0A13A62A}" srcOrd="2" destOrd="0" presId="urn:microsoft.com/office/officeart/2017/3/layout/DropPinTimeline"/>
    <dgm:cxn modelId="{6DFB5DDF-069E-470A-9D51-14C2EEBAEAB6}" type="presParOf" srcId="{A1AE2BC4-A99C-4DD3-A84D-EB3461D18287}" destId="{6EC2FC68-E1B8-4274-8090-C2C96A4CD82C}" srcOrd="3" destOrd="0" presId="urn:microsoft.com/office/officeart/2017/3/layout/DropPinTimeline"/>
    <dgm:cxn modelId="{E13030DA-BCC9-42B5-90A4-C1245E765FC8}" type="presParOf" srcId="{A1AE2BC4-A99C-4DD3-A84D-EB3461D18287}" destId="{4F41BF23-550C-4E7F-977E-3D22E3AF7B51}" srcOrd="4" destOrd="0" presId="urn:microsoft.com/office/officeart/2017/3/layout/DropPinTimeline"/>
    <dgm:cxn modelId="{5DC7870F-4614-4A72-AB7A-994AF1F8A4DE}" type="presParOf" srcId="{A1AE2BC4-A99C-4DD3-A84D-EB3461D18287}" destId="{5018695D-CFD4-49F8-8967-BA8A0C0A0DE1}" srcOrd="5" destOrd="0" presId="urn:microsoft.com/office/officeart/2017/3/layout/DropPinTimeline"/>
    <dgm:cxn modelId="{39DED560-FDC7-4A20-BA37-B726CE3DBE1E}" type="presParOf" srcId="{46A6B157-7198-41C4-9D25-C4F8885F1B6F}" destId="{61EA613E-57A8-485F-A4A9-29037092E83A}" srcOrd="7" destOrd="0" presId="urn:microsoft.com/office/officeart/2017/3/layout/DropPinTimeline"/>
    <dgm:cxn modelId="{E846569A-36CB-4B67-B4D2-4223E50F7547}" type="presParOf" srcId="{46A6B157-7198-41C4-9D25-C4F8885F1B6F}" destId="{C0D2BF3F-3C4F-4C50-88AA-B97D5309F904}" srcOrd="8" destOrd="0" presId="urn:microsoft.com/office/officeart/2017/3/layout/DropPinTimeline"/>
    <dgm:cxn modelId="{2C4172CF-6650-4C4E-A1FD-AF4D9D77F2DF}" type="presParOf" srcId="{C0D2BF3F-3C4F-4C50-88AA-B97D5309F904}" destId="{2104E95A-1102-42E2-8503-16948CAB4822}" srcOrd="0" destOrd="0" presId="urn:microsoft.com/office/officeart/2017/3/layout/DropPinTimeline"/>
    <dgm:cxn modelId="{838A4345-7C26-4BDA-92E9-BB00B6C94BDB}" type="presParOf" srcId="{C0D2BF3F-3C4F-4C50-88AA-B97D5309F904}" destId="{A58A1B99-6838-4B3A-AC4F-A329A143879F}" srcOrd="1" destOrd="0" presId="urn:microsoft.com/office/officeart/2017/3/layout/DropPinTimeline"/>
    <dgm:cxn modelId="{198E8109-5FAE-4C45-9FC1-27D6A1AC41E2}" type="presParOf" srcId="{A58A1B99-6838-4B3A-AC4F-A329A143879F}" destId="{924AC3E2-2A59-4321-92B1-F39BB0EA56DA}" srcOrd="0" destOrd="0" presId="urn:microsoft.com/office/officeart/2017/3/layout/DropPinTimeline"/>
    <dgm:cxn modelId="{F852B0E0-1197-4266-9E56-FD8BF8021D8F}" type="presParOf" srcId="{A58A1B99-6838-4B3A-AC4F-A329A143879F}" destId="{809D5906-C467-4A00-A214-30D3655ED848}" srcOrd="1" destOrd="0" presId="urn:microsoft.com/office/officeart/2017/3/layout/DropPinTimeline"/>
    <dgm:cxn modelId="{8127277E-5359-4FA3-9FB2-395FFC1C8977}" type="presParOf" srcId="{C0D2BF3F-3C4F-4C50-88AA-B97D5309F904}" destId="{76FBDDE3-5D47-4B01-B55B-D4B0A6145222}" srcOrd="2" destOrd="0" presId="urn:microsoft.com/office/officeart/2017/3/layout/DropPinTimeline"/>
    <dgm:cxn modelId="{47D69CAE-AE6F-4818-B8A7-3D888C8F6A0E}" type="presParOf" srcId="{C0D2BF3F-3C4F-4C50-88AA-B97D5309F904}" destId="{96531301-6B85-4DA1-B17F-61C40CF45EFA}" srcOrd="3" destOrd="0" presId="urn:microsoft.com/office/officeart/2017/3/layout/DropPinTimeline"/>
    <dgm:cxn modelId="{2D898082-8CB8-43D6-A53B-309DAA40AEF3}" type="presParOf" srcId="{C0D2BF3F-3C4F-4C50-88AA-B97D5309F904}" destId="{F420519B-C0A3-4E37-847C-F36AB79A50E5}" srcOrd="4" destOrd="0" presId="urn:microsoft.com/office/officeart/2017/3/layout/DropPinTimeline"/>
    <dgm:cxn modelId="{0370EF88-400A-4245-ABA8-AAECBCDA5F42}" type="presParOf" srcId="{C0D2BF3F-3C4F-4C50-88AA-B97D5309F904}" destId="{66061598-82C6-4737-A7E3-8110FE6B1072}" srcOrd="5" destOrd="0" presId="urn:microsoft.com/office/officeart/2017/3/layout/DropPinTimeline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525908-E066-4C4A-B12D-B266903C8789}" type="doc">
      <dgm:prSet loTypeId="urn:microsoft.com/office/officeart/2005/8/layout/hierarchy2" loCatId="hierarchy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BED98CD-7DE6-4ECC-86FF-9223F46B74A9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Electric Motors</a:t>
          </a:r>
        </a:p>
      </dgm:t>
    </dgm:pt>
    <dgm:pt modelId="{5411DE5C-7399-43F7-9391-D6292DC84DB1}" type="parTrans" cxnId="{8C547B34-16AC-40EB-BCFC-D20336DA3155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0C7E3A6A-07AD-4D12-9A4D-A2697CB37EB9}" type="sibTrans" cxnId="{8C547B34-16AC-40EB-BCFC-D20336DA3155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63D59E54-9B6E-4896-B780-E55A68B2265E}">
      <dgm:prSet phldrT="[Text]" custT="1"/>
      <dgm:spPr/>
      <dgm:t>
        <a:bodyPr/>
        <a:lstStyle/>
        <a:p>
          <a:r>
            <a:rPr lang="en-US" sz="1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rPr>
            <a:t>DC Motors</a:t>
          </a:r>
        </a:p>
      </dgm:t>
    </dgm:pt>
    <dgm:pt modelId="{591646AF-4E6E-4F50-BF4F-73746F8B0BDA}" type="parTrans" cxnId="{D35D4736-7DD5-4F54-A350-7A113EB40B49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0418C00A-8FA8-46A9-BE4D-1A702A353DC3}" type="sibTrans" cxnId="{D35D4736-7DD5-4F54-A350-7A113EB40B49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3D4C63D6-FA6A-4D1B-8BE2-341636832A7B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Self-excited</a:t>
          </a:r>
        </a:p>
      </dgm:t>
    </dgm:pt>
    <dgm:pt modelId="{4FFD07D1-6A91-4535-8288-235D4144B6A7}" type="parTrans" cxnId="{6C89C9BC-43D8-40ED-A8F3-CF7549978E93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2AA84CE7-2BA2-40AF-BA32-C060C3D50F0E}" type="sibTrans" cxnId="{6C89C9BC-43D8-40ED-A8F3-CF7549978E93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765BD752-20CE-403D-9075-11D710B47690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Separately excited</a:t>
          </a:r>
        </a:p>
      </dgm:t>
    </dgm:pt>
    <dgm:pt modelId="{C1CD742C-F413-4565-A4AD-5E44CB5C5AEA}" type="parTrans" cxnId="{17E86555-411F-4B68-9BD2-A7211036DE60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6F4DE3D3-0068-4745-87CB-FBEC4FDB1DF1}" type="sibTrans" cxnId="{17E86555-411F-4B68-9BD2-A7211036DE60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0FA28BCB-DEB7-475C-9D5A-5AD448A73082}">
      <dgm:prSet phldrT="[Text]" custT="1"/>
      <dgm:spPr/>
      <dgm:t>
        <a:bodyPr/>
        <a:lstStyle/>
        <a:p>
          <a:r>
            <a:rPr 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rPr>
            <a:t>AC Motors</a:t>
          </a:r>
        </a:p>
      </dgm:t>
    </dgm:pt>
    <dgm:pt modelId="{483CDDDF-EF6B-437B-9896-3B51067A4C27}" type="parTrans" cxnId="{E360EE64-79DB-4E3E-83A1-60728E3DAF86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B0B2A9FA-1CC4-4C6B-BEDF-CE78D5C2DDB6}" type="sibTrans" cxnId="{E360EE64-79DB-4E3E-83A1-60728E3DAF86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7867FEE0-CA3B-4AA9-8E6C-68551877118C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Induction motors</a:t>
          </a:r>
        </a:p>
      </dgm:t>
    </dgm:pt>
    <dgm:pt modelId="{FB0577F6-0879-4303-8551-21084D9497AB}" type="parTrans" cxnId="{64435A0E-7C78-4D1D-94BD-B8BD48601ED4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AF0E38F2-1032-4709-9CD2-4ECD87D25DD2}" type="sibTrans" cxnId="{64435A0E-7C78-4D1D-94BD-B8BD48601ED4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1C839634-DFCD-4790-BBEA-67B6B6DF4B32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Synchronous motors</a:t>
          </a:r>
        </a:p>
      </dgm:t>
    </dgm:pt>
    <dgm:pt modelId="{A55206E4-D901-485C-8A76-90C6C676C6CC}" type="parTrans" cxnId="{C16FB1AE-1798-4269-B6DB-384CFDFC44D7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B0EA7C9B-6F2D-49C0-AEA5-B9D1B0804C85}" type="sibTrans" cxnId="{C16FB1AE-1798-4269-B6DB-384CFDFC44D7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B1649A71-C495-4798-9346-F1ADD93C2FA4}">
      <dgm:prSet phldrT="[Text]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PM motors</a:t>
          </a:r>
        </a:p>
      </dgm:t>
    </dgm:pt>
    <dgm:pt modelId="{06531F03-ED3F-40C8-9FC5-40D99FBDCDF2}" type="parTrans" cxnId="{23964BF5-2ED2-4293-8616-D1C083463705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B1CEBE91-B7D2-437D-9EC9-9E81753F7D52}" type="sibTrans" cxnId="{23964BF5-2ED2-4293-8616-D1C083463705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DB6426F5-1479-4C63-9312-5AAFB116C559}">
      <dgm:prSet phldrT="[Text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BLDC</a:t>
          </a:r>
        </a:p>
      </dgm:t>
    </dgm:pt>
    <dgm:pt modelId="{1D383D01-D532-4B05-B272-0CB5652ECD5B}" type="parTrans" cxnId="{9724210E-3209-4AFA-A664-4EF9F3075805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97D38603-6E13-4502-B184-762A065F4AE9}" type="sibTrans" cxnId="{9724210E-3209-4AFA-A664-4EF9F3075805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C06D3D35-B954-429E-9325-46B6AF366457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Switch-reluctance motors</a:t>
          </a:r>
        </a:p>
      </dgm:t>
    </dgm:pt>
    <dgm:pt modelId="{9F45D23E-30FC-43EE-8CF5-E09C2E90CA18}" type="sibTrans" cxnId="{D2CB0DA8-C0D5-440E-A0A2-CBCCD38638A7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BF4C3084-0E10-4873-80DB-1C163F768E1D}" type="parTrans" cxnId="{D2CB0DA8-C0D5-440E-A0A2-CBCCD38638A7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DF474F29-DACF-460F-BBD1-B18082B8B5DD}">
      <dgm:prSet phldrT="[Text]" custT="1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BLAC </a:t>
          </a:r>
        </a:p>
        <a:p>
          <a:r>
            <a:rPr lang="en-US" sz="1800">
              <a:latin typeface="Bahnschrift SemiLight" panose="020B0502040204020203" pitchFamily="34" charset="0"/>
            </a:rPr>
            <a:t>(IPM, SPM)</a:t>
          </a:r>
        </a:p>
      </dgm:t>
    </dgm:pt>
    <dgm:pt modelId="{C310AA61-F8E2-4814-A31D-AFAEE52B5135}" type="parTrans" cxnId="{A5B9AFE1-A87D-4B6B-B82D-23A4F8035E28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A7E56EE2-7AB4-4A4E-A64A-78BAC6C02B53}" type="sibTrans" cxnId="{A5B9AFE1-A87D-4B6B-B82D-23A4F8035E28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7383733D-B6F3-4E49-AA2D-EF7450491C97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Wound rotor</a:t>
          </a:r>
        </a:p>
      </dgm:t>
    </dgm:pt>
    <dgm:pt modelId="{601B9DA8-F543-4349-815E-2E3C3E39F1F1}" type="parTrans" cxnId="{AC349D65-3DDB-4A54-AB26-D74E0C6CF540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2B56133C-7318-4370-80E0-DF14BB2AA8BB}" type="sibTrans" cxnId="{AC349D65-3DDB-4A54-AB26-D74E0C6CF540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703C046E-32AD-4E2F-B7CA-A575BDDF4289}">
      <dgm:prSet phldrT="[Text]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Squirrel cage rotor</a:t>
          </a:r>
        </a:p>
      </dgm:t>
    </dgm:pt>
    <dgm:pt modelId="{0FBE85CB-88E9-42D3-B202-62AE30649C73}" type="parTrans" cxnId="{24F268C3-985F-4D52-8F16-E13A9C07B304}">
      <dgm:prSet custT="1"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3877705A-1758-43F5-8B14-EFF9F9A3CE6B}" type="sibTrans" cxnId="{24F268C3-985F-4D52-8F16-E13A9C07B304}">
      <dgm:prSet/>
      <dgm:spPr/>
      <dgm:t>
        <a:bodyPr/>
        <a:lstStyle/>
        <a:p>
          <a:endParaRPr lang="en-US" sz="2400">
            <a:latin typeface="Bahnschrift SemiLight" panose="020B0502040204020203" pitchFamily="34" charset="0"/>
          </a:endParaRPr>
        </a:p>
      </dgm:t>
    </dgm:pt>
    <dgm:pt modelId="{72DC3444-3E52-4F5D-87BB-BA82FEFABBB4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Compound</a:t>
          </a:r>
        </a:p>
      </dgm:t>
    </dgm:pt>
    <dgm:pt modelId="{DA0800DF-B4B6-4113-A145-1E964960FF4F}" type="parTrans" cxnId="{6A72E77F-9B6F-4A5F-9185-98708D85BC7A}">
      <dgm:prSet custT="1"/>
      <dgm:spPr/>
      <dgm:t>
        <a:bodyPr/>
        <a:lstStyle/>
        <a:p>
          <a:endParaRPr lang="en-US" sz="600"/>
        </a:p>
      </dgm:t>
    </dgm:pt>
    <dgm:pt modelId="{EDE92BB4-BC97-4CDD-BAF9-74685012DDC1}" type="sibTrans" cxnId="{6A72E77F-9B6F-4A5F-9185-98708D85BC7A}">
      <dgm:prSet/>
      <dgm:spPr/>
      <dgm:t>
        <a:bodyPr/>
        <a:lstStyle/>
        <a:p>
          <a:endParaRPr lang="en-US" sz="2000"/>
        </a:p>
      </dgm:t>
    </dgm:pt>
    <dgm:pt modelId="{378C8778-C633-45FD-93ED-6A536DB9B64F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Series</a:t>
          </a:r>
        </a:p>
      </dgm:t>
    </dgm:pt>
    <dgm:pt modelId="{26CC92DF-98E3-4B85-B736-56BABABD3F80}" type="parTrans" cxnId="{FF22CC06-E4A3-4C65-A767-162902C80734}">
      <dgm:prSet custT="1"/>
      <dgm:spPr/>
      <dgm:t>
        <a:bodyPr/>
        <a:lstStyle/>
        <a:p>
          <a:endParaRPr lang="en-US" sz="600"/>
        </a:p>
      </dgm:t>
    </dgm:pt>
    <dgm:pt modelId="{14C32261-D7EF-46CD-ACBC-918CADB7C061}" type="sibTrans" cxnId="{FF22CC06-E4A3-4C65-A767-162902C80734}">
      <dgm:prSet/>
      <dgm:spPr/>
      <dgm:t>
        <a:bodyPr/>
        <a:lstStyle/>
        <a:p>
          <a:endParaRPr lang="en-US" sz="2000"/>
        </a:p>
      </dgm:t>
    </dgm:pt>
    <dgm:pt modelId="{6D77CEE1-57BD-452D-BA8B-02B79F066410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Shunt</a:t>
          </a:r>
        </a:p>
      </dgm:t>
    </dgm:pt>
    <dgm:pt modelId="{056777F6-EE04-46A5-B28D-6A64DE272451}" type="parTrans" cxnId="{3437FDC7-4D58-4144-B36D-163985C3B5A3}">
      <dgm:prSet custT="1"/>
      <dgm:spPr/>
      <dgm:t>
        <a:bodyPr/>
        <a:lstStyle/>
        <a:p>
          <a:endParaRPr lang="en-US" sz="600"/>
        </a:p>
      </dgm:t>
    </dgm:pt>
    <dgm:pt modelId="{0527FB53-6392-464A-B6A4-05D9C8850B0D}" type="sibTrans" cxnId="{3437FDC7-4D58-4144-B36D-163985C3B5A3}">
      <dgm:prSet/>
      <dgm:spPr/>
      <dgm:t>
        <a:bodyPr/>
        <a:lstStyle/>
        <a:p>
          <a:endParaRPr lang="en-US" sz="2000"/>
        </a:p>
      </dgm:t>
    </dgm:pt>
    <dgm:pt modelId="{C062A1FC-BF68-49A0-8B03-8DF88BDA83D8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PM excited</a:t>
          </a:r>
        </a:p>
      </dgm:t>
    </dgm:pt>
    <dgm:pt modelId="{0DCBF7CB-8C3C-4561-A429-4E450741C715}" type="parTrans" cxnId="{0B6A2072-7BEC-4E35-81F1-D5655371CCB2}">
      <dgm:prSet custT="1"/>
      <dgm:spPr/>
      <dgm:t>
        <a:bodyPr/>
        <a:lstStyle/>
        <a:p>
          <a:endParaRPr lang="en-US" sz="600"/>
        </a:p>
      </dgm:t>
    </dgm:pt>
    <dgm:pt modelId="{16F5580D-9B8B-4E77-9AA8-69E160921D83}" type="sibTrans" cxnId="{0B6A2072-7BEC-4E35-81F1-D5655371CCB2}">
      <dgm:prSet/>
      <dgm:spPr/>
      <dgm:t>
        <a:bodyPr/>
        <a:lstStyle/>
        <a:p>
          <a:endParaRPr lang="en-US" sz="2000"/>
        </a:p>
      </dgm:t>
    </dgm:pt>
    <dgm:pt modelId="{4ED1F3BE-6325-44B6-8839-28758013EAB4}">
      <dgm:prSet phldrT="[Text]" custT="1"/>
      <dgm:spPr/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Wound field</a:t>
          </a:r>
        </a:p>
      </dgm:t>
    </dgm:pt>
    <dgm:pt modelId="{2DFBD49C-9C7D-41BE-BCB3-7AB5CAEBA0A5}" type="parTrans" cxnId="{501A52EC-66E6-4081-9E2C-7771502D0AE3}">
      <dgm:prSet custT="1"/>
      <dgm:spPr/>
      <dgm:t>
        <a:bodyPr/>
        <a:lstStyle/>
        <a:p>
          <a:endParaRPr lang="en-US" sz="600"/>
        </a:p>
      </dgm:t>
    </dgm:pt>
    <dgm:pt modelId="{2F6D45D9-1341-4217-BF46-101C50C6D232}" type="sibTrans" cxnId="{501A52EC-66E6-4081-9E2C-7771502D0AE3}">
      <dgm:prSet/>
      <dgm:spPr/>
      <dgm:t>
        <a:bodyPr/>
        <a:lstStyle/>
        <a:p>
          <a:endParaRPr lang="en-US" sz="2000"/>
        </a:p>
      </dgm:t>
    </dgm:pt>
    <dgm:pt modelId="{724DEBE7-CC67-455E-8118-ED6A22023E2A}">
      <dgm:prSet phldrT="[Text]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1800">
              <a:latin typeface="Bahnschrift SemiLight" panose="020B0502040204020203" pitchFamily="34" charset="0"/>
            </a:rPr>
            <a:t>Wound field</a:t>
          </a:r>
        </a:p>
      </dgm:t>
    </dgm:pt>
    <dgm:pt modelId="{8AFED291-DC52-42FA-B1FC-520112E49CF3}" type="sibTrans" cxnId="{813E07E7-90B9-4B16-9EAA-A503584D6AAE}">
      <dgm:prSet/>
      <dgm:spPr/>
      <dgm:t>
        <a:bodyPr/>
        <a:lstStyle/>
        <a:p>
          <a:endParaRPr lang="en-US" sz="2000"/>
        </a:p>
      </dgm:t>
    </dgm:pt>
    <dgm:pt modelId="{C288AD97-0D86-4503-BA16-500A1A9AFE93}" type="parTrans" cxnId="{813E07E7-90B9-4B16-9EAA-A503584D6AAE}">
      <dgm:prSet custT="1"/>
      <dgm:spPr/>
      <dgm:t>
        <a:bodyPr/>
        <a:lstStyle/>
        <a:p>
          <a:endParaRPr lang="en-US" sz="600"/>
        </a:p>
      </dgm:t>
    </dgm:pt>
    <dgm:pt modelId="{C136A6D4-2C28-4689-BAB7-E627C98D3D70}" type="pres">
      <dgm:prSet presAssocID="{4F525908-E066-4C4A-B12D-B266903C878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168E9F7-AEDE-4B35-AB72-4F66A8C4A6C1}" type="pres">
      <dgm:prSet presAssocID="{6BED98CD-7DE6-4ECC-86FF-9223F46B74A9}" presName="root1" presStyleCnt="0"/>
      <dgm:spPr/>
    </dgm:pt>
    <dgm:pt modelId="{BC4E8FD0-74F6-4E01-83FC-18BC8288835C}" type="pres">
      <dgm:prSet presAssocID="{6BED98CD-7DE6-4ECC-86FF-9223F46B74A9}" presName="LevelOneTextNode" presStyleLbl="node0" presStyleIdx="0" presStyleCnt="1" custScaleX="136022" custScaleY="146324">
        <dgm:presLayoutVars>
          <dgm:chPref val="3"/>
        </dgm:presLayoutVars>
      </dgm:prSet>
      <dgm:spPr/>
    </dgm:pt>
    <dgm:pt modelId="{17414019-AD14-4263-AAC8-BB3D7412FE99}" type="pres">
      <dgm:prSet presAssocID="{6BED98CD-7DE6-4ECC-86FF-9223F46B74A9}" presName="level2hierChild" presStyleCnt="0"/>
      <dgm:spPr/>
    </dgm:pt>
    <dgm:pt modelId="{05C1253F-B31D-4CD6-AACF-03BB35D1B27A}" type="pres">
      <dgm:prSet presAssocID="{591646AF-4E6E-4F50-BF4F-73746F8B0BDA}" presName="conn2-1" presStyleLbl="parChTrans1D2" presStyleIdx="0" presStyleCnt="2"/>
      <dgm:spPr/>
    </dgm:pt>
    <dgm:pt modelId="{99B8A9DE-2F99-4B31-988A-FA227B6F9EAF}" type="pres">
      <dgm:prSet presAssocID="{591646AF-4E6E-4F50-BF4F-73746F8B0BDA}" presName="connTx" presStyleLbl="parChTrans1D2" presStyleIdx="0" presStyleCnt="2"/>
      <dgm:spPr/>
    </dgm:pt>
    <dgm:pt modelId="{B2BE41D4-CF79-40A2-94FB-8CB42660950F}" type="pres">
      <dgm:prSet presAssocID="{63D59E54-9B6E-4896-B780-E55A68B2265E}" presName="root2" presStyleCnt="0"/>
      <dgm:spPr/>
    </dgm:pt>
    <dgm:pt modelId="{EF0822F7-09DC-4FF4-BD9E-3B30160573B7}" type="pres">
      <dgm:prSet presAssocID="{63D59E54-9B6E-4896-B780-E55A68B2265E}" presName="LevelTwoTextNode" presStyleLbl="node2" presStyleIdx="0" presStyleCnt="2" custScaleX="144917">
        <dgm:presLayoutVars>
          <dgm:chPref val="3"/>
        </dgm:presLayoutVars>
      </dgm:prSet>
      <dgm:spPr/>
    </dgm:pt>
    <dgm:pt modelId="{D7B71F4C-10B3-4143-899C-59854CB11BBE}" type="pres">
      <dgm:prSet presAssocID="{63D59E54-9B6E-4896-B780-E55A68B2265E}" presName="level3hierChild" presStyleCnt="0"/>
      <dgm:spPr/>
    </dgm:pt>
    <dgm:pt modelId="{B8F080FC-E8D6-4F0A-AF2E-E3C31D073041}" type="pres">
      <dgm:prSet presAssocID="{4FFD07D1-6A91-4535-8288-235D4144B6A7}" presName="conn2-1" presStyleLbl="parChTrans1D3" presStyleIdx="0" presStyleCnt="4"/>
      <dgm:spPr/>
    </dgm:pt>
    <dgm:pt modelId="{F3573952-E2FA-4515-90B5-535FD4EE9207}" type="pres">
      <dgm:prSet presAssocID="{4FFD07D1-6A91-4535-8288-235D4144B6A7}" presName="connTx" presStyleLbl="parChTrans1D3" presStyleIdx="0" presStyleCnt="4"/>
      <dgm:spPr/>
    </dgm:pt>
    <dgm:pt modelId="{E51870F8-7179-4E72-9A8A-523A78D75D00}" type="pres">
      <dgm:prSet presAssocID="{3D4C63D6-FA6A-4D1B-8BE2-341636832A7B}" presName="root2" presStyleCnt="0"/>
      <dgm:spPr/>
    </dgm:pt>
    <dgm:pt modelId="{84E2BBB4-D7E0-4F26-A476-FC83F795CBB6}" type="pres">
      <dgm:prSet presAssocID="{3D4C63D6-FA6A-4D1B-8BE2-341636832A7B}" presName="LevelTwoTextNode" presStyleLbl="node3" presStyleIdx="0" presStyleCnt="4" custScaleX="166182" custScaleY="143592">
        <dgm:presLayoutVars>
          <dgm:chPref val="3"/>
        </dgm:presLayoutVars>
      </dgm:prSet>
      <dgm:spPr/>
    </dgm:pt>
    <dgm:pt modelId="{7D1FFACC-39D8-498B-8299-2F0380FCF888}" type="pres">
      <dgm:prSet presAssocID="{3D4C63D6-FA6A-4D1B-8BE2-341636832A7B}" presName="level3hierChild" presStyleCnt="0"/>
      <dgm:spPr/>
    </dgm:pt>
    <dgm:pt modelId="{CE033DA4-FC27-44F8-A741-D78D7AAC8690}" type="pres">
      <dgm:prSet presAssocID="{DA0800DF-B4B6-4113-A145-1E964960FF4F}" presName="conn2-1" presStyleLbl="parChTrans1D4" presStyleIdx="0" presStyleCnt="12"/>
      <dgm:spPr/>
    </dgm:pt>
    <dgm:pt modelId="{5813567B-60A7-414A-91BF-5F3553F3D46E}" type="pres">
      <dgm:prSet presAssocID="{DA0800DF-B4B6-4113-A145-1E964960FF4F}" presName="connTx" presStyleLbl="parChTrans1D4" presStyleIdx="0" presStyleCnt="12"/>
      <dgm:spPr/>
    </dgm:pt>
    <dgm:pt modelId="{77CD9743-F4FC-437A-BF7A-88894ED9A60C}" type="pres">
      <dgm:prSet presAssocID="{72DC3444-3E52-4F5D-87BB-BA82FEFABBB4}" presName="root2" presStyleCnt="0"/>
      <dgm:spPr/>
    </dgm:pt>
    <dgm:pt modelId="{101167FC-53A8-4448-B2BF-55D57B6C34D3}" type="pres">
      <dgm:prSet presAssocID="{72DC3444-3E52-4F5D-87BB-BA82FEFABBB4}" presName="LevelTwoTextNode" presStyleLbl="node4" presStyleIdx="0" presStyleCnt="12" custScaleX="205131">
        <dgm:presLayoutVars>
          <dgm:chPref val="3"/>
        </dgm:presLayoutVars>
      </dgm:prSet>
      <dgm:spPr/>
    </dgm:pt>
    <dgm:pt modelId="{BA2225F4-3335-4A84-B754-B868738F3714}" type="pres">
      <dgm:prSet presAssocID="{72DC3444-3E52-4F5D-87BB-BA82FEFABBB4}" presName="level3hierChild" presStyleCnt="0"/>
      <dgm:spPr/>
    </dgm:pt>
    <dgm:pt modelId="{87A80AD4-1B80-4707-AE48-05FD28EC55BD}" type="pres">
      <dgm:prSet presAssocID="{26CC92DF-98E3-4B85-B736-56BABABD3F80}" presName="conn2-1" presStyleLbl="parChTrans1D4" presStyleIdx="1" presStyleCnt="12"/>
      <dgm:spPr/>
    </dgm:pt>
    <dgm:pt modelId="{846A11CF-6F24-45A6-9291-197BFA700EE9}" type="pres">
      <dgm:prSet presAssocID="{26CC92DF-98E3-4B85-B736-56BABABD3F80}" presName="connTx" presStyleLbl="parChTrans1D4" presStyleIdx="1" presStyleCnt="12"/>
      <dgm:spPr/>
    </dgm:pt>
    <dgm:pt modelId="{CE853B96-3F14-4ECE-A263-D72D5FC15E50}" type="pres">
      <dgm:prSet presAssocID="{378C8778-C633-45FD-93ED-6A536DB9B64F}" presName="root2" presStyleCnt="0"/>
      <dgm:spPr/>
    </dgm:pt>
    <dgm:pt modelId="{2973A3A6-90ED-42BF-9C7E-FAAE738D05DC}" type="pres">
      <dgm:prSet presAssocID="{378C8778-C633-45FD-93ED-6A536DB9B64F}" presName="LevelTwoTextNode" presStyleLbl="node4" presStyleIdx="1" presStyleCnt="12" custScaleX="205131">
        <dgm:presLayoutVars>
          <dgm:chPref val="3"/>
        </dgm:presLayoutVars>
      </dgm:prSet>
      <dgm:spPr/>
    </dgm:pt>
    <dgm:pt modelId="{BB773410-EEE7-41FF-93A9-5A0C8E263D35}" type="pres">
      <dgm:prSet presAssocID="{378C8778-C633-45FD-93ED-6A536DB9B64F}" presName="level3hierChild" presStyleCnt="0"/>
      <dgm:spPr/>
    </dgm:pt>
    <dgm:pt modelId="{C1E53AD2-E1FB-4A9B-B841-097DDBD990B1}" type="pres">
      <dgm:prSet presAssocID="{056777F6-EE04-46A5-B28D-6A64DE272451}" presName="conn2-1" presStyleLbl="parChTrans1D4" presStyleIdx="2" presStyleCnt="12"/>
      <dgm:spPr/>
    </dgm:pt>
    <dgm:pt modelId="{ED94C6F4-FDC0-4515-9189-9FCB72F8FF01}" type="pres">
      <dgm:prSet presAssocID="{056777F6-EE04-46A5-B28D-6A64DE272451}" presName="connTx" presStyleLbl="parChTrans1D4" presStyleIdx="2" presStyleCnt="12"/>
      <dgm:spPr/>
    </dgm:pt>
    <dgm:pt modelId="{341403EB-3D22-46E1-9615-EAAF894508C3}" type="pres">
      <dgm:prSet presAssocID="{6D77CEE1-57BD-452D-BA8B-02B79F066410}" presName="root2" presStyleCnt="0"/>
      <dgm:spPr/>
    </dgm:pt>
    <dgm:pt modelId="{66B87E9B-2E2D-4E11-B6A2-AC010D101A4D}" type="pres">
      <dgm:prSet presAssocID="{6D77CEE1-57BD-452D-BA8B-02B79F066410}" presName="LevelTwoTextNode" presStyleLbl="node4" presStyleIdx="2" presStyleCnt="12" custScaleX="205131">
        <dgm:presLayoutVars>
          <dgm:chPref val="3"/>
        </dgm:presLayoutVars>
      </dgm:prSet>
      <dgm:spPr/>
    </dgm:pt>
    <dgm:pt modelId="{BCF77FC7-923E-423E-A6A9-001237EF8449}" type="pres">
      <dgm:prSet presAssocID="{6D77CEE1-57BD-452D-BA8B-02B79F066410}" presName="level3hierChild" presStyleCnt="0"/>
      <dgm:spPr/>
    </dgm:pt>
    <dgm:pt modelId="{847F1C97-CCF7-48A1-A9E3-1107B9DBE11E}" type="pres">
      <dgm:prSet presAssocID="{C1CD742C-F413-4565-A4AD-5E44CB5C5AEA}" presName="conn2-1" presStyleLbl="parChTrans1D3" presStyleIdx="1" presStyleCnt="4"/>
      <dgm:spPr/>
    </dgm:pt>
    <dgm:pt modelId="{FB71BDC4-232D-4D0E-8E59-FEB6CA330928}" type="pres">
      <dgm:prSet presAssocID="{C1CD742C-F413-4565-A4AD-5E44CB5C5AEA}" presName="connTx" presStyleLbl="parChTrans1D3" presStyleIdx="1" presStyleCnt="4"/>
      <dgm:spPr/>
    </dgm:pt>
    <dgm:pt modelId="{A36D1ED5-47D1-4B83-867F-8FCD3C4C55D0}" type="pres">
      <dgm:prSet presAssocID="{765BD752-20CE-403D-9075-11D710B47690}" presName="root2" presStyleCnt="0"/>
      <dgm:spPr/>
    </dgm:pt>
    <dgm:pt modelId="{0AA804F9-0C40-4072-A4A2-A6FD3F24EAE4}" type="pres">
      <dgm:prSet presAssocID="{765BD752-20CE-403D-9075-11D710B47690}" presName="LevelTwoTextNode" presStyleLbl="node3" presStyleIdx="1" presStyleCnt="4" custScaleX="166182" custScaleY="143592">
        <dgm:presLayoutVars>
          <dgm:chPref val="3"/>
        </dgm:presLayoutVars>
      </dgm:prSet>
      <dgm:spPr/>
    </dgm:pt>
    <dgm:pt modelId="{F0F79EE7-2B48-48C5-BB29-982CED550046}" type="pres">
      <dgm:prSet presAssocID="{765BD752-20CE-403D-9075-11D710B47690}" presName="level3hierChild" presStyleCnt="0"/>
      <dgm:spPr/>
    </dgm:pt>
    <dgm:pt modelId="{DD4977EA-21E7-4AF5-AE6F-F6BC955EFC51}" type="pres">
      <dgm:prSet presAssocID="{0DCBF7CB-8C3C-4561-A429-4E450741C715}" presName="conn2-1" presStyleLbl="parChTrans1D4" presStyleIdx="3" presStyleCnt="12"/>
      <dgm:spPr/>
    </dgm:pt>
    <dgm:pt modelId="{077C4EB7-5CC8-4A8E-AD4A-AAAF5E2A792F}" type="pres">
      <dgm:prSet presAssocID="{0DCBF7CB-8C3C-4561-A429-4E450741C715}" presName="connTx" presStyleLbl="parChTrans1D4" presStyleIdx="3" presStyleCnt="12"/>
      <dgm:spPr/>
    </dgm:pt>
    <dgm:pt modelId="{190F614E-EED5-4052-AFBD-84D88A89A2A5}" type="pres">
      <dgm:prSet presAssocID="{C062A1FC-BF68-49A0-8B03-8DF88BDA83D8}" presName="root2" presStyleCnt="0"/>
      <dgm:spPr/>
    </dgm:pt>
    <dgm:pt modelId="{9B143A75-0472-4BF7-8EBD-13CEBDF073DB}" type="pres">
      <dgm:prSet presAssocID="{C062A1FC-BF68-49A0-8B03-8DF88BDA83D8}" presName="LevelTwoTextNode" presStyleLbl="node4" presStyleIdx="3" presStyleCnt="12" custScaleX="205131">
        <dgm:presLayoutVars>
          <dgm:chPref val="3"/>
        </dgm:presLayoutVars>
      </dgm:prSet>
      <dgm:spPr/>
    </dgm:pt>
    <dgm:pt modelId="{D82B54E3-37E2-4ADA-9BCF-FFCD64882261}" type="pres">
      <dgm:prSet presAssocID="{C062A1FC-BF68-49A0-8B03-8DF88BDA83D8}" presName="level3hierChild" presStyleCnt="0"/>
      <dgm:spPr/>
    </dgm:pt>
    <dgm:pt modelId="{04E1164B-53C3-43C2-808E-F3AE7565C389}" type="pres">
      <dgm:prSet presAssocID="{C288AD97-0D86-4503-BA16-500A1A9AFE93}" presName="conn2-1" presStyleLbl="parChTrans1D4" presStyleIdx="4" presStyleCnt="12"/>
      <dgm:spPr/>
    </dgm:pt>
    <dgm:pt modelId="{B26E8C9A-8B71-4427-9E60-8F35B2634869}" type="pres">
      <dgm:prSet presAssocID="{C288AD97-0D86-4503-BA16-500A1A9AFE93}" presName="connTx" presStyleLbl="parChTrans1D4" presStyleIdx="4" presStyleCnt="12"/>
      <dgm:spPr/>
    </dgm:pt>
    <dgm:pt modelId="{A6E6AFAF-11B6-44AB-B3DC-AEC3FCCA52DB}" type="pres">
      <dgm:prSet presAssocID="{724DEBE7-CC67-455E-8118-ED6A22023E2A}" presName="root2" presStyleCnt="0"/>
      <dgm:spPr/>
    </dgm:pt>
    <dgm:pt modelId="{D5D7B7EE-3CC4-4785-809B-72E3031A944E}" type="pres">
      <dgm:prSet presAssocID="{724DEBE7-CC67-455E-8118-ED6A22023E2A}" presName="LevelTwoTextNode" presStyleLbl="node4" presStyleIdx="4" presStyleCnt="12" custScaleX="205131">
        <dgm:presLayoutVars>
          <dgm:chPref val="3"/>
        </dgm:presLayoutVars>
      </dgm:prSet>
      <dgm:spPr/>
    </dgm:pt>
    <dgm:pt modelId="{81F54AD2-880B-4E69-913F-0B22F10F9738}" type="pres">
      <dgm:prSet presAssocID="{724DEBE7-CC67-455E-8118-ED6A22023E2A}" presName="level3hierChild" presStyleCnt="0"/>
      <dgm:spPr/>
    </dgm:pt>
    <dgm:pt modelId="{1C78C062-87E1-4C89-87D5-1B7E35D2F468}" type="pres">
      <dgm:prSet presAssocID="{483CDDDF-EF6B-437B-9896-3B51067A4C27}" presName="conn2-1" presStyleLbl="parChTrans1D2" presStyleIdx="1" presStyleCnt="2"/>
      <dgm:spPr/>
    </dgm:pt>
    <dgm:pt modelId="{C68400A1-7FBA-483E-B652-35ABE961309F}" type="pres">
      <dgm:prSet presAssocID="{483CDDDF-EF6B-437B-9896-3B51067A4C27}" presName="connTx" presStyleLbl="parChTrans1D2" presStyleIdx="1" presStyleCnt="2"/>
      <dgm:spPr/>
    </dgm:pt>
    <dgm:pt modelId="{5D133FC5-A628-42E9-BCD0-7A95A765C748}" type="pres">
      <dgm:prSet presAssocID="{0FA28BCB-DEB7-475C-9D5A-5AD448A73082}" presName="root2" presStyleCnt="0"/>
      <dgm:spPr/>
    </dgm:pt>
    <dgm:pt modelId="{9C8317C8-55D8-4981-8EF9-C289ECED5E4D}" type="pres">
      <dgm:prSet presAssocID="{0FA28BCB-DEB7-475C-9D5A-5AD448A73082}" presName="LevelTwoTextNode" presStyleLbl="node2" presStyleIdx="1" presStyleCnt="2" custScaleX="144917">
        <dgm:presLayoutVars>
          <dgm:chPref val="3"/>
        </dgm:presLayoutVars>
      </dgm:prSet>
      <dgm:spPr/>
    </dgm:pt>
    <dgm:pt modelId="{72EE610B-C283-46F7-9994-BD3377447368}" type="pres">
      <dgm:prSet presAssocID="{0FA28BCB-DEB7-475C-9D5A-5AD448A73082}" presName="level3hierChild" presStyleCnt="0"/>
      <dgm:spPr/>
    </dgm:pt>
    <dgm:pt modelId="{03D10DFD-BE43-42A4-86CC-E72DB03DC8E0}" type="pres">
      <dgm:prSet presAssocID="{FB0577F6-0879-4303-8551-21084D9497AB}" presName="conn2-1" presStyleLbl="parChTrans1D3" presStyleIdx="2" presStyleCnt="4"/>
      <dgm:spPr/>
    </dgm:pt>
    <dgm:pt modelId="{D7933215-002D-4511-B8AF-5821B33DE935}" type="pres">
      <dgm:prSet presAssocID="{FB0577F6-0879-4303-8551-21084D9497AB}" presName="connTx" presStyleLbl="parChTrans1D3" presStyleIdx="2" presStyleCnt="4"/>
      <dgm:spPr/>
    </dgm:pt>
    <dgm:pt modelId="{D551583B-AB64-44A1-8720-C1F2C8397D39}" type="pres">
      <dgm:prSet presAssocID="{7867FEE0-CA3B-4AA9-8E6C-68551877118C}" presName="root2" presStyleCnt="0"/>
      <dgm:spPr/>
    </dgm:pt>
    <dgm:pt modelId="{76478B49-A2E7-4635-959D-D914D215DDBD}" type="pres">
      <dgm:prSet presAssocID="{7867FEE0-CA3B-4AA9-8E6C-68551877118C}" presName="LevelTwoTextNode" presStyleLbl="node3" presStyleIdx="2" presStyleCnt="4" custScaleX="166182" custScaleY="143592">
        <dgm:presLayoutVars>
          <dgm:chPref val="3"/>
        </dgm:presLayoutVars>
      </dgm:prSet>
      <dgm:spPr/>
    </dgm:pt>
    <dgm:pt modelId="{FD2FDF4C-CB84-41ED-A2F4-975BA602CFE5}" type="pres">
      <dgm:prSet presAssocID="{7867FEE0-CA3B-4AA9-8E6C-68551877118C}" presName="level3hierChild" presStyleCnt="0"/>
      <dgm:spPr/>
    </dgm:pt>
    <dgm:pt modelId="{2402F175-F044-4C71-9352-6C2E4AA98C4C}" type="pres">
      <dgm:prSet presAssocID="{601B9DA8-F543-4349-815E-2E3C3E39F1F1}" presName="conn2-1" presStyleLbl="parChTrans1D4" presStyleIdx="5" presStyleCnt="12"/>
      <dgm:spPr/>
    </dgm:pt>
    <dgm:pt modelId="{FF723B5D-53F0-482B-AF3E-F687B37F9590}" type="pres">
      <dgm:prSet presAssocID="{601B9DA8-F543-4349-815E-2E3C3E39F1F1}" presName="connTx" presStyleLbl="parChTrans1D4" presStyleIdx="5" presStyleCnt="12"/>
      <dgm:spPr/>
    </dgm:pt>
    <dgm:pt modelId="{7F334631-8722-4BEF-B713-BE663FCD72BB}" type="pres">
      <dgm:prSet presAssocID="{7383733D-B6F3-4E49-AA2D-EF7450491C97}" presName="root2" presStyleCnt="0"/>
      <dgm:spPr/>
    </dgm:pt>
    <dgm:pt modelId="{E84119E8-8670-4267-B96E-7C4DA9E625CC}" type="pres">
      <dgm:prSet presAssocID="{7383733D-B6F3-4E49-AA2D-EF7450491C97}" presName="LevelTwoTextNode" presStyleLbl="node4" presStyleIdx="5" presStyleCnt="12" custScaleX="205131">
        <dgm:presLayoutVars>
          <dgm:chPref val="3"/>
        </dgm:presLayoutVars>
      </dgm:prSet>
      <dgm:spPr/>
    </dgm:pt>
    <dgm:pt modelId="{A6552664-8738-45C6-8638-214A10E0E30D}" type="pres">
      <dgm:prSet presAssocID="{7383733D-B6F3-4E49-AA2D-EF7450491C97}" presName="level3hierChild" presStyleCnt="0"/>
      <dgm:spPr/>
    </dgm:pt>
    <dgm:pt modelId="{5BF4FE20-1E03-4533-8B32-F7F307DB8603}" type="pres">
      <dgm:prSet presAssocID="{0FBE85CB-88E9-42D3-B202-62AE30649C73}" presName="conn2-1" presStyleLbl="parChTrans1D4" presStyleIdx="6" presStyleCnt="12"/>
      <dgm:spPr/>
    </dgm:pt>
    <dgm:pt modelId="{F86A6CAF-CCC7-46DD-BD7C-111398D45FDD}" type="pres">
      <dgm:prSet presAssocID="{0FBE85CB-88E9-42D3-B202-62AE30649C73}" presName="connTx" presStyleLbl="parChTrans1D4" presStyleIdx="6" presStyleCnt="12"/>
      <dgm:spPr/>
    </dgm:pt>
    <dgm:pt modelId="{63FA57B7-4522-4A2D-9945-137BC5FF4A62}" type="pres">
      <dgm:prSet presAssocID="{703C046E-32AD-4E2F-B7CA-A575BDDF4289}" presName="root2" presStyleCnt="0"/>
      <dgm:spPr/>
    </dgm:pt>
    <dgm:pt modelId="{D503D316-BAFB-4364-9D55-BA311F479AC7}" type="pres">
      <dgm:prSet presAssocID="{703C046E-32AD-4E2F-B7CA-A575BDDF4289}" presName="LevelTwoTextNode" presStyleLbl="node4" presStyleIdx="6" presStyleCnt="12" custScaleX="205131" custScaleY="162978">
        <dgm:presLayoutVars>
          <dgm:chPref val="3"/>
        </dgm:presLayoutVars>
      </dgm:prSet>
      <dgm:spPr/>
    </dgm:pt>
    <dgm:pt modelId="{FFFFC7BE-E424-4BB9-A9BB-3EE86D194A87}" type="pres">
      <dgm:prSet presAssocID="{703C046E-32AD-4E2F-B7CA-A575BDDF4289}" presName="level3hierChild" presStyleCnt="0"/>
      <dgm:spPr/>
    </dgm:pt>
    <dgm:pt modelId="{EAD95B1B-EECC-4F77-ACA0-995D7C045B4F}" type="pres">
      <dgm:prSet presAssocID="{A55206E4-D901-485C-8A76-90C6C676C6CC}" presName="conn2-1" presStyleLbl="parChTrans1D3" presStyleIdx="3" presStyleCnt="4"/>
      <dgm:spPr/>
    </dgm:pt>
    <dgm:pt modelId="{EED6E784-0CB3-454B-A67E-2D99B6350E3C}" type="pres">
      <dgm:prSet presAssocID="{A55206E4-D901-485C-8A76-90C6C676C6CC}" presName="connTx" presStyleLbl="parChTrans1D3" presStyleIdx="3" presStyleCnt="4"/>
      <dgm:spPr/>
    </dgm:pt>
    <dgm:pt modelId="{862D17F7-CBB2-4A9A-8158-8361BC6AE78D}" type="pres">
      <dgm:prSet presAssocID="{1C839634-DFCD-4790-BBEA-67B6B6DF4B32}" presName="root2" presStyleCnt="0"/>
      <dgm:spPr/>
    </dgm:pt>
    <dgm:pt modelId="{9F695281-3C00-424D-A94F-D66ABED61217}" type="pres">
      <dgm:prSet presAssocID="{1C839634-DFCD-4790-BBEA-67B6B6DF4B32}" presName="LevelTwoTextNode" presStyleLbl="node3" presStyleIdx="3" presStyleCnt="4" custScaleX="166182" custScaleY="143592">
        <dgm:presLayoutVars>
          <dgm:chPref val="3"/>
        </dgm:presLayoutVars>
      </dgm:prSet>
      <dgm:spPr/>
    </dgm:pt>
    <dgm:pt modelId="{9A101875-E00F-4DBE-A14B-7A88D166066D}" type="pres">
      <dgm:prSet presAssocID="{1C839634-DFCD-4790-BBEA-67B6B6DF4B32}" presName="level3hierChild" presStyleCnt="0"/>
      <dgm:spPr/>
    </dgm:pt>
    <dgm:pt modelId="{F6E2BE06-E2DF-47C4-8667-26959788FC55}" type="pres">
      <dgm:prSet presAssocID="{2DFBD49C-9C7D-41BE-BCB3-7AB5CAEBA0A5}" presName="conn2-1" presStyleLbl="parChTrans1D4" presStyleIdx="7" presStyleCnt="12"/>
      <dgm:spPr/>
    </dgm:pt>
    <dgm:pt modelId="{BE4EA019-B1C0-4FBE-9FFD-6A80C0951A0D}" type="pres">
      <dgm:prSet presAssocID="{2DFBD49C-9C7D-41BE-BCB3-7AB5CAEBA0A5}" presName="connTx" presStyleLbl="parChTrans1D4" presStyleIdx="7" presStyleCnt="12"/>
      <dgm:spPr/>
    </dgm:pt>
    <dgm:pt modelId="{23A184EC-CBC6-471E-81B2-559A1FD3156B}" type="pres">
      <dgm:prSet presAssocID="{4ED1F3BE-6325-44B6-8839-28758013EAB4}" presName="root2" presStyleCnt="0"/>
      <dgm:spPr/>
    </dgm:pt>
    <dgm:pt modelId="{7C8A5670-88C8-4FC3-A5B7-86A74A21C541}" type="pres">
      <dgm:prSet presAssocID="{4ED1F3BE-6325-44B6-8839-28758013EAB4}" presName="LevelTwoTextNode" presStyleLbl="node4" presStyleIdx="7" presStyleCnt="12" custScaleX="205131">
        <dgm:presLayoutVars>
          <dgm:chPref val="3"/>
        </dgm:presLayoutVars>
      </dgm:prSet>
      <dgm:spPr/>
    </dgm:pt>
    <dgm:pt modelId="{E1B0A0B6-C1C2-4262-8FC1-A4467D2885E3}" type="pres">
      <dgm:prSet presAssocID="{4ED1F3BE-6325-44B6-8839-28758013EAB4}" presName="level3hierChild" presStyleCnt="0"/>
      <dgm:spPr/>
    </dgm:pt>
    <dgm:pt modelId="{258CE94E-1C4D-41E4-AD49-F35E8B14C37B}" type="pres">
      <dgm:prSet presAssocID="{06531F03-ED3F-40C8-9FC5-40D99FBDCDF2}" presName="conn2-1" presStyleLbl="parChTrans1D4" presStyleIdx="8" presStyleCnt="12"/>
      <dgm:spPr/>
    </dgm:pt>
    <dgm:pt modelId="{A9F0FBFD-7C24-4B1F-9A62-1674C064A28A}" type="pres">
      <dgm:prSet presAssocID="{06531F03-ED3F-40C8-9FC5-40D99FBDCDF2}" presName="connTx" presStyleLbl="parChTrans1D4" presStyleIdx="8" presStyleCnt="12"/>
      <dgm:spPr/>
    </dgm:pt>
    <dgm:pt modelId="{1C9BFF20-F7C7-41FC-BF4E-366E288E0213}" type="pres">
      <dgm:prSet presAssocID="{B1649A71-C495-4798-9346-F1ADD93C2FA4}" presName="root2" presStyleCnt="0"/>
      <dgm:spPr/>
    </dgm:pt>
    <dgm:pt modelId="{31775F2D-E2F2-4B3A-92F5-1F777BFD82EA}" type="pres">
      <dgm:prSet presAssocID="{B1649A71-C495-4798-9346-F1ADD93C2FA4}" presName="LevelTwoTextNode" presStyleLbl="node4" presStyleIdx="8" presStyleCnt="12" custScaleX="205131">
        <dgm:presLayoutVars>
          <dgm:chPref val="3"/>
        </dgm:presLayoutVars>
      </dgm:prSet>
      <dgm:spPr/>
    </dgm:pt>
    <dgm:pt modelId="{A9DFBDA4-FD80-4498-845F-C9F7A37FD052}" type="pres">
      <dgm:prSet presAssocID="{B1649A71-C495-4798-9346-F1ADD93C2FA4}" presName="level3hierChild" presStyleCnt="0"/>
      <dgm:spPr/>
    </dgm:pt>
    <dgm:pt modelId="{221C9FFA-905F-403D-B84F-0B9B6AC6D03E}" type="pres">
      <dgm:prSet presAssocID="{1D383D01-D532-4B05-B272-0CB5652ECD5B}" presName="conn2-1" presStyleLbl="parChTrans1D4" presStyleIdx="9" presStyleCnt="12"/>
      <dgm:spPr/>
    </dgm:pt>
    <dgm:pt modelId="{666386C9-D955-4A22-B9F4-956094AC9FF5}" type="pres">
      <dgm:prSet presAssocID="{1D383D01-D532-4B05-B272-0CB5652ECD5B}" presName="connTx" presStyleLbl="parChTrans1D4" presStyleIdx="9" presStyleCnt="12"/>
      <dgm:spPr/>
    </dgm:pt>
    <dgm:pt modelId="{DFDCC4DF-0F2A-4469-9C61-BF26D9AA35B5}" type="pres">
      <dgm:prSet presAssocID="{DB6426F5-1479-4C63-9312-5AAFB116C559}" presName="root2" presStyleCnt="0"/>
      <dgm:spPr/>
    </dgm:pt>
    <dgm:pt modelId="{2777ABD2-BDDF-43DE-9381-7414C42A8E14}" type="pres">
      <dgm:prSet presAssocID="{DB6426F5-1479-4C63-9312-5AAFB116C559}" presName="LevelTwoTextNode" presStyleLbl="node4" presStyleIdx="9" presStyleCnt="12" custScaleX="166182">
        <dgm:presLayoutVars>
          <dgm:chPref val="3"/>
        </dgm:presLayoutVars>
      </dgm:prSet>
      <dgm:spPr/>
    </dgm:pt>
    <dgm:pt modelId="{80BA670F-A50F-4869-A160-6FCD0E02BDB1}" type="pres">
      <dgm:prSet presAssocID="{DB6426F5-1479-4C63-9312-5AAFB116C559}" presName="level3hierChild" presStyleCnt="0"/>
      <dgm:spPr/>
    </dgm:pt>
    <dgm:pt modelId="{3EA84D26-267A-42A7-92E7-43A3AB72FF90}" type="pres">
      <dgm:prSet presAssocID="{C310AA61-F8E2-4814-A31D-AFAEE52B5135}" presName="conn2-1" presStyleLbl="parChTrans1D4" presStyleIdx="10" presStyleCnt="12"/>
      <dgm:spPr/>
    </dgm:pt>
    <dgm:pt modelId="{DF6C59A5-0708-4589-8BB6-B0D02C38E583}" type="pres">
      <dgm:prSet presAssocID="{C310AA61-F8E2-4814-A31D-AFAEE52B5135}" presName="connTx" presStyleLbl="parChTrans1D4" presStyleIdx="10" presStyleCnt="12"/>
      <dgm:spPr/>
    </dgm:pt>
    <dgm:pt modelId="{9AFF256C-C55D-467E-B028-2EF293629DF5}" type="pres">
      <dgm:prSet presAssocID="{DF474F29-DACF-460F-BBD1-B18082B8B5DD}" presName="root2" presStyleCnt="0"/>
      <dgm:spPr/>
    </dgm:pt>
    <dgm:pt modelId="{8A3EBF02-BC8C-41C5-8E8A-0DFC5DB12583}" type="pres">
      <dgm:prSet presAssocID="{DF474F29-DACF-460F-BBD1-B18082B8B5DD}" presName="LevelTwoTextNode" presStyleLbl="node4" presStyleIdx="10" presStyleCnt="12" custScaleX="166182" custScaleY="145504">
        <dgm:presLayoutVars>
          <dgm:chPref val="3"/>
        </dgm:presLayoutVars>
      </dgm:prSet>
      <dgm:spPr/>
    </dgm:pt>
    <dgm:pt modelId="{755471CE-9149-4550-9813-9D436E6EDCB6}" type="pres">
      <dgm:prSet presAssocID="{DF474F29-DACF-460F-BBD1-B18082B8B5DD}" presName="level3hierChild" presStyleCnt="0"/>
      <dgm:spPr/>
    </dgm:pt>
    <dgm:pt modelId="{1B404118-E015-4EE7-8C68-4D4B7CA4E619}" type="pres">
      <dgm:prSet presAssocID="{BF4C3084-0E10-4873-80DB-1C163F768E1D}" presName="conn2-1" presStyleLbl="parChTrans1D4" presStyleIdx="11" presStyleCnt="12"/>
      <dgm:spPr/>
    </dgm:pt>
    <dgm:pt modelId="{E14B3C38-5CDA-4BC9-BB88-5A9B1DB7CAFE}" type="pres">
      <dgm:prSet presAssocID="{BF4C3084-0E10-4873-80DB-1C163F768E1D}" presName="connTx" presStyleLbl="parChTrans1D4" presStyleIdx="11" presStyleCnt="12"/>
      <dgm:spPr/>
    </dgm:pt>
    <dgm:pt modelId="{4F7AC827-AC67-4724-8647-0FF40BD435FA}" type="pres">
      <dgm:prSet presAssocID="{C06D3D35-B954-429E-9325-46B6AF366457}" presName="root2" presStyleCnt="0"/>
      <dgm:spPr/>
    </dgm:pt>
    <dgm:pt modelId="{AE4A9C49-8D1C-4185-B3A0-0F217CD191F8}" type="pres">
      <dgm:prSet presAssocID="{C06D3D35-B954-429E-9325-46B6AF366457}" presName="LevelTwoTextNode" presStyleLbl="node4" presStyleIdx="11" presStyleCnt="12" custScaleX="205131" custScaleY="180050">
        <dgm:presLayoutVars>
          <dgm:chPref val="3"/>
        </dgm:presLayoutVars>
      </dgm:prSet>
      <dgm:spPr/>
    </dgm:pt>
    <dgm:pt modelId="{08DCFF34-F032-4840-9FEF-36E6E7C5E1F5}" type="pres">
      <dgm:prSet presAssocID="{C06D3D35-B954-429E-9325-46B6AF366457}" presName="level3hierChild" presStyleCnt="0"/>
      <dgm:spPr/>
    </dgm:pt>
  </dgm:ptLst>
  <dgm:cxnLst>
    <dgm:cxn modelId="{FF22CC06-E4A3-4C65-A767-162902C80734}" srcId="{3D4C63D6-FA6A-4D1B-8BE2-341636832A7B}" destId="{378C8778-C633-45FD-93ED-6A536DB9B64F}" srcOrd="1" destOrd="0" parTransId="{26CC92DF-98E3-4B85-B736-56BABABD3F80}" sibTransId="{14C32261-D7EF-46CD-ACBC-918CADB7C061}"/>
    <dgm:cxn modelId="{29D2F006-04DA-401F-B03D-C6BCE0AD6709}" type="presOf" srcId="{703C046E-32AD-4E2F-B7CA-A575BDDF4289}" destId="{D503D316-BAFB-4364-9D55-BA311F479AC7}" srcOrd="0" destOrd="0" presId="urn:microsoft.com/office/officeart/2005/8/layout/hierarchy2"/>
    <dgm:cxn modelId="{9724210E-3209-4AFA-A664-4EF9F3075805}" srcId="{B1649A71-C495-4798-9346-F1ADD93C2FA4}" destId="{DB6426F5-1479-4C63-9312-5AAFB116C559}" srcOrd="0" destOrd="0" parTransId="{1D383D01-D532-4B05-B272-0CB5652ECD5B}" sibTransId="{97D38603-6E13-4502-B184-762A065F4AE9}"/>
    <dgm:cxn modelId="{64435A0E-7C78-4D1D-94BD-B8BD48601ED4}" srcId="{0FA28BCB-DEB7-475C-9D5A-5AD448A73082}" destId="{7867FEE0-CA3B-4AA9-8E6C-68551877118C}" srcOrd="0" destOrd="0" parTransId="{FB0577F6-0879-4303-8551-21084D9497AB}" sibTransId="{AF0E38F2-1032-4709-9CD2-4ECD87D25DD2}"/>
    <dgm:cxn modelId="{ABF00910-377B-4A63-8637-8E94A3239FD6}" type="presOf" srcId="{4ED1F3BE-6325-44B6-8839-28758013EAB4}" destId="{7C8A5670-88C8-4FC3-A5B7-86A74A21C541}" srcOrd="0" destOrd="0" presId="urn:microsoft.com/office/officeart/2005/8/layout/hierarchy2"/>
    <dgm:cxn modelId="{A01F4E16-1978-4105-BB7B-F9D9F97AAD4E}" type="presOf" srcId="{06531F03-ED3F-40C8-9FC5-40D99FBDCDF2}" destId="{A9F0FBFD-7C24-4B1F-9A62-1674C064A28A}" srcOrd="1" destOrd="0" presId="urn:microsoft.com/office/officeart/2005/8/layout/hierarchy2"/>
    <dgm:cxn modelId="{42B0A716-CDC5-461F-932F-9D3A00CB3F2B}" type="presOf" srcId="{26CC92DF-98E3-4B85-B736-56BABABD3F80}" destId="{87A80AD4-1B80-4707-AE48-05FD28EC55BD}" srcOrd="0" destOrd="0" presId="urn:microsoft.com/office/officeart/2005/8/layout/hierarchy2"/>
    <dgm:cxn modelId="{E8BE7C18-D3D6-4D1F-BDFB-E7FAC771E0AD}" type="presOf" srcId="{DA0800DF-B4B6-4113-A145-1E964960FF4F}" destId="{5813567B-60A7-414A-91BF-5F3553F3D46E}" srcOrd="1" destOrd="0" presId="urn:microsoft.com/office/officeart/2005/8/layout/hierarchy2"/>
    <dgm:cxn modelId="{79F14A19-B5D9-4A13-9EDC-FD0F8BA62E42}" type="presOf" srcId="{2DFBD49C-9C7D-41BE-BCB3-7AB5CAEBA0A5}" destId="{F6E2BE06-E2DF-47C4-8667-26959788FC55}" srcOrd="0" destOrd="0" presId="urn:microsoft.com/office/officeart/2005/8/layout/hierarchy2"/>
    <dgm:cxn modelId="{DC542E1C-44D6-4201-990E-8F7261CF5D63}" type="presOf" srcId="{63D59E54-9B6E-4896-B780-E55A68B2265E}" destId="{EF0822F7-09DC-4FF4-BD9E-3B30160573B7}" srcOrd="0" destOrd="0" presId="urn:microsoft.com/office/officeart/2005/8/layout/hierarchy2"/>
    <dgm:cxn modelId="{66EB1421-A1C1-4F83-8415-7CFA93DD0A52}" type="presOf" srcId="{BF4C3084-0E10-4873-80DB-1C163F768E1D}" destId="{1B404118-E015-4EE7-8C68-4D4B7CA4E619}" srcOrd="0" destOrd="0" presId="urn:microsoft.com/office/officeart/2005/8/layout/hierarchy2"/>
    <dgm:cxn modelId="{9C284126-E673-4C8A-AAF8-DB401E518303}" type="presOf" srcId="{601B9DA8-F543-4349-815E-2E3C3E39F1F1}" destId="{2402F175-F044-4C71-9352-6C2E4AA98C4C}" srcOrd="0" destOrd="0" presId="urn:microsoft.com/office/officeart/2005/8/layout/hierarchy2"/>
    <dgm:cxn modelId="{03056527-9497-44CA-90E8-04FF1CF97C7A}" type="presOf" srcId="{C288AD97-0D86-4503-BA16-500A1A9AFE93}" destId="{04E1164B-53C3-43C2-808E-F3AE7565C389}" srcOrd="0" destOrd="0" presId="urn:microsoft.com/office/officeart/2005/8/layout/hierarchy2"/>
    <dgm:cxn modelId="{FC2AF02A-8DD5-4425-A0BC-1CB21179D590}" type="presOf" srcId="{378C8778-C633-45FD-93ED-6A536DB9B64F}" destId="{2973A3A6-90ED-42BF-9C7E-FAAE738D05DC}" srcOrd="0" destOrd="0" presId="urn:microsoft.com/office/officeart/2005/8/layout/hierarchy2"/>
    <dgm:cxn modelId="{49E95E2C-EFA3-4CD3-A73B-EE3DCF0B7C3B}" type="presOf" srcId="{591646AF-4E6E-4F50-BF4F-73746F8B0BDA}" destId="{05C1253F-B31D-4CD6-AACF-03BB35D1B27A}" srcOrd="0" destOrd="0" presId="urn:microsoft.com/office/officeart/2005/8/layout/hierarchy2"/>
    <dgm:cxn modelId="{34DD8C32-3937-435D-BCFA-19BF668A40F2}" type="presOf" srcId="{724DEBE7-CC67-455E-8118-ED6A22023E2A}" destId="{D5D7B7EE-3CC4-4785-809B-72E3031A944E}" srcOrd="0" destOrd="0" presId="urn:microsoft.com/office/officeart/2005/8/layout/hierarchy2"/>
    <dgm:cxn modelId="{B7A59832-7169-4984-BA3C-07B138D3EE0E}" type="presOf" srcId="{DA0800DF-B4B6-4113-A145-1E964960FF4F}" destId="{CE033DA4-FC27-44F8-A741-D78D7AAC8690}" srcOrd="0" destOrd="0" presId="urn:microsoft.com/office/officeart/2005/8/layout/hierarchy2"/>
    <dgm:cxn modelId="{8C547B34-16AC-40EB-BCFC-D20336DA3155}" srcId="{4F525908-E066-4C4A-B12D-B266903C8789}" destId="{6BED98CD-7DE6-4ECC-86FF-9223F46B74A9}" srcOrd="0" destOrd="0" parTransId="{5411DE5C-7399-43F7-9391-D6292DC84DB1}" sibTransId="{0C7E3A6A-07AD-4D12-9A4D-A2697CB37EB9}"/>
    <dgm:cxn modelId="{AF2DC835-3EE1-41EA-8C6A-B7DE72B37B81}" type="presOf" srcId="{FB0577F6-0879-4303-8551-21084D9497AB}" destId="{03D10DFD-BE43-42A4-86CC-E72DB03DC8E0}" srcOrd="0" destOrd="0" presId="urn:microsoft.com/office/officeart/2005/8/layout/hierarchy2"/>
    <dgm:cxn modelId="{D35D4736-7DD5-4F54-A350-7A113EB40B49}" srcId="{6BED98CD-7DE6-4ECC-86FF-9223F46B74A9}" destId="{63D59E54-9B6E-4896-B780-E55A68B2265E}" srcOrd="0" destOrd="0" parTransId="{591646AF-4E6E-4F50-BF4F-73746F8B0BDA}" sibTransId="{0418C00A-8FA8-46A9-BE4D-1A702A353DC3}"/>
    <dgm:cxn modelId="{A31E833B-8E88-4D17-A574-66417BF93D3B}" type="presOf" srcId="{0FA28BCB-DEB7-475C-9D5A-5AD448A73082}" destId="{9C8317C8-55D8-4981-8EF9-C289ECED5E4D}" srcOrd="0" destOrd="0" presId="urn:microsoft.com/office/officeart/2005/8/layout/hierarchy2"/>
    <dgm:cxn modelId="{5AB1893C-292F-410C-8DC4-5263DAF10271}" type="presOf" srcId="{C06D3D35-B954-429E-9325-46B6AF366457}" destId="{AE4A9C49-8D1C-4185-B3A0-0F217CD191F8}" srcOrd="0" destOrd="0" presId="urn:microsoft.com/office/officeart/2005/8/layout/hierarchy2"/>
    <dgm:cxn modelId="{0B83225F-AC78-4884-853B-BFA7DAD801A6}" type="presOf" srcId="{6BED98CD-7DE6-4ECC-86FF-9223F46B74A9}" destId="{BC4E8FD0-74F6-4E01-83FC-18BC8288835C}" srcOrd="0" destOrd="0" presId="urn:microsoft.com/office/officeart/2005/8/layout/hierarchy2"/>
    <dgm:cxn modelId="{D2D62661-9FD3-4C84-938B-B6CD054F897E}" type="presOf" srcId="{601B9DA8-F543-4349-815E-2E3C3E39F1F1}" destId="{FF723B5D-53F0-482B-AF3E-F687B37F9590}" srcOrd="1" destOrd="0" presId="urn:microsoft.com/office/officeart/2005/8/layout/hierarchy2"/>
    <dgm:cxn modelId="{E2996F43-F87F-48B5-AE9E-F988023E56DC}" type="presOf" srcId="{DB6426F5-1479-4C63-9312-5AAFB116C559}" destId="{2777ABD2-BDDF-43DE-9381-7414C42A8E14}" srcOrd="0" destOrd="0" presId="urn:microsoft.com/office/officeart/2005/8/layout/hierarchy2"/>
    <dgm:cxn modelId="{3771C663-268F-42A5-9890-B2192F80DFE3}" type="presOf" srcId="{1D383D01-D532-4B05-B272-0CB5652ECD5B}" destId="{221C9FFA-905F-403D-B84F-0B9B6AC6D03E}" srcOrd="0" destOrd="0" presId="urn:microsoft.com/office/officeart/2005/8/layout/hierarchy2"/>
    <dgm:cxn modelId="{E360EE64-79DB-4E3E-83A1-60728E3DAF86}" srcId="{6BED98CD-7DE6-4ECC-86FF-9223F46B74A9}" destId="{0FA28BCB-DEB7-475C-9D5A-5AD448A73082}" srcOrd="1" destOrd="0" parTransId="{483CDDDF-EF6B-437B-9896-3B51067A4C27}" sibTransId="{B0B2A9FA-1CC4-4C6B-BEDF-CE78D5C2DDB6}"/>
    <dgm:cxn modelId="{AC349D65-3DDB-4A54-AB26-D74E0C6CF540}" srcId="{7867FEE0-CA3B-4AA9-8E6C-68551877118C}" destId="{7383733D-B6F3-4E49-AA2D-EF7450491C97}" srcOrd="0" destOrd="0" parTransId="{601B9DA8-F543-4349-815E-2E3C3E39F1F1}" sibTransId="{2B56133C-7318-4370-80E0-DF14BB2AA8BB}"/>
    <dgm:cxn modelId="{4BCD5847-C82D-46CA-BB8B-EC09946C6054}" type="presOf" srcId="{483CDDDF-EF6B-437B-9896-3B51067A4C27}" destId="{1C78C062-87E1-4C89-87D5-1B7E35D2F468}" srcOrd="0" destOrd="0" presId="urn:microsoft.com/office/officeart/2005/8/layout/hierarchy2"/>
    <dgm:cxn modelId="{E8141C4C-8A99-4025-AF5D-62870C737B2A}" type="presOf" srcId="{DF474F29-DACF-460F-BBD1-B18082B8B5DD}" destId="{8A3EBF02-BC8C-41C5-8E8A-0DFC5DB12583}" srcOrd="0" destOrd="0" presId="urn:microsoft.com/office/officeart/2005/8/layout/hierarchy2"/>
    <dgm:cxn modelId="{0B6A2072-7BEC-4E35-81F1-D5655371CCB2}" srcId="{765BD752-20CE-403D-9075-11D710B47690}" destId="{C062A1FC-BF68-49A0-8B03-8DF88BDA83D8}" srcOrd="0" destOrd="0" parTransId="{0DCBF7CB-8C3C-4561-A429-4E450741C715}" sibTransId="{16F5580D-9B8B-4E77-9AA8-69E160921D83}"/>
    <dgm:cxn modelId="{5D372055-30E4-4261-BFA4-097F61659423}" type="presOf" srcId="{3D4C63D6-FA6A-4D1B-8BE2-341636832A7B}" destId="{84E2BBB4-D7E0-4F26-A476-FC83F795CBB6}" srcOrd="0" destOrd="0" presId="urn:microsoft.com/office/officeart/2005/8/layout/hierarchy2"/>
    <dgm:cxn modelId="{17E86555-411F-4B68-9BD2-A7211036DE60}" srcId="{63D59E54-9B6E-4896-B780-E55A68B2265E}" destId="{765BD752-20CE-403D-9075-11D710B47690}" srcOrd="1" destOrd="0" parTransId="{C1CD742C-F413-4565-A4AD-5E44CB5C5AEA}" sibTransId="{6F4DE3D3-0068-4745-87CB-FBEC4FDB1DF1}"/>
    <dgm:cxn modelId="{01FB8E58-1298-4E52-BE98-979E4F5A6A90}" type="presOf" srcId="{056777F6-EE04-46A5-B28D-6A64DE272451}" destId="{ED94C6F4-FDC0-4515-9189-9FCB72F8FF01}" srcOrd="1" destOrd="0" presId="urn:microsoft.com/office/officeart/2005/8/layout/hierarchy2"/>
    <dgm:cxn modelId="{C99F9179-F914-49DD-BB56-49ADA0391992}" type="presOf" srcId="{C288AD97-0D86-4503-BA16-500A1A9AFE93}" destId="{B26E8C9A-8B71-4427-9E60-8F35B2634869}" srcOrd="1" destOrd="0" presId="urn:microsoft.com/office/officeart/2005/8/layout/hierarchy2"/>
    <dgm:cxn modelId="{15CC057D-C4AD-47FC-98EB-6CB3A1D453BD}" type="presOf" srcId="{4F525908-E066-4C4A-B12D-B266903C8789}" destId="{C136A6D4-2C28-4689-BAB7-E627C98D3D70}" srcOrd="0" destOrd="0" presId="urn:microsoft.com/office/officeart/2005/8/layout/hierarchy2"/>
    <dgm:cxn modelId="{6A72E77F-9B6F-4A5F-9185-98708D85BC7A}" srcId="{3D4C63D6-FA6A-4D1B-8BE2-341636832A7B}" destId="{72DC3444-3E52-4F5D-87BB-BA82FEFABBB4}" srcOrd="0" destOrd="0" parTransId="{DA0800DF-B4B6-4113-A145-1E964960FF4F}" sibTransId="{EDE92BB4-BC97-4CDD-BAF9-74685012DDC1}"/>
    <dgm:cxn modelId="{2F228B81-7065-4AC0-92D9-D512E4FD536B}" type="presOf" srcId="{FB0577F6-0879-4303-8551-21084D9497AB}" destId="{D7933215-002D-4511-B8AF-5821B33DE935}" srcOrd="1" destOrd="0" presId="urn:microsoft.com/office/officeart/2005/8/layout/hierarchy2"/>
    <dgm:cxn modelId="{605F9B83-F88F-4218-A548-EBAA7E43FB28}" type="presOf" srcId="{C310AA61-F8E2-4814-A31D-AFAEE52B5135}" destId="{DF6C59A5-0708-4589-8BB6-B0D02C38E583}" srcOrd="1" destOrd="0" presId="urn:microsoft.com/office/officeart/2005/8/layout/hierarchy2"/>
    <dgm:cxn modelId="{3E3B2C8B-4115-4954-84CA-ED786113E25E}" type="presOf" srcId="{6D77CEE1-57BD-452D-BA8B-02B79F066410}" destId="{66B87E9B-2E2D-4E11-B6A2-AC010D101A4D}" srcOrd="0" destOrd="0" presId="urn:microsoft.com/office/officeart/2005/8/layout/hierarchy2"/>
    <dgm:cxn modelId="{D8BC328C-4E1D-4544-A96C-1C1ABE8FD73D}" type="presOf" srcId="{B1649A71-C495-4798-9346-F1ADD93C2FA4}" destId="{31775F2D-E2F2-4B3A-92F5-1F777BFD82EA}" srcOrd="0" destOrd="0" presId="urn:microsoft.com/office/officeart/2005/8/layout/hierarchy2"/>
    <dgm:cxn modelId="{1554298F-921F-4CDF-9868-945AC0033A79}" type="presOf" srcId="{056777F6-EE04-46A5-B28D-6A64DE272451}" destId="{C1E53AD2-E1FB-4A9B-B841-097DDBD990B1}" srcOrd="0" destOrd="0" presId="urn:microsoft.com/office/officeart/2005/8/layout/hierarchy2"/>
    <dgm:cxn modelId="{642E3293-E347-48FE-BEF4-B6BBFCBA9515}" type="presOf" srcId="{483CDDDF-EF6B-437B-9896-3B51067A4C27}" destId="{C68400A1-7FBA-483E-B652-35ABE961309F}" srcOrd="1" destOrd="0" presId="urn:microsoft.com/office/officeart/2005/8/layout/hierarchy2"/>
    <dgm:cxn modelId="{057E3F93-9AD3-4A69-BFB5-FC1D8BB369A1}" type="presOf" srcId="{765BD752-20CE-403D-9075-11D710B47690}" destId="{0AA804F9-0C40-4072-A4A2-A6FD3F24EAE4}" srcOrd="0" destOrd="0" presId="urn:microsoft.com/office/officeart/2005/8/layout/hierarchy2"/>
    <dgm:cxn modelId="{78C41196-0989-4545-897C-B344E62C1F67}" type="presOf" srcId="{7383733D-B6F3-4E49-AA2D-EF7450491C97}" destId="{E84119E8-8670-4267-B96E-7C4DA9E625CC}" srcOrd="0" destOrd="0" presId="urn:microsoft.com/office/officeart/2005/8/layout/hierarchy2"/>
    <dgm:cxn modelId="{82082299-5A53-4E2F-80C4-4A580A5478DA}" type="presOf" srcId="{A55206E4-D901-485C-8A76-90C6C676C6CC}" destId="{EED6E784-0CB3-454B-A67E-2D99B6350E3C}" srcOrd="1" destOrd="0" presId="urn:microsoft.com/office/officeart/2005/8/layout/hierarchy2"/>
    <dgm:cxn modelId="{D2CB0DA8-C0D5-440E-A0A2-CBCCD38638A7}" srcId="{1C839634-DFCD-4790-BBEA-67B6B6DF4B32}" destId="{C06D3D35-B954-429E-9325-46B6AF366457}" srcOrd="2" destOrd="0" parTransId="{BF4C3084-0E10-4873-80DB-1C163F768E1D}" sibTransId="{9F45D23E-30FC-43EE-8CF5-E09C2E90CA18}"/>
    <dgm:cxn modelId="{1B2F6EA8-7B34-4973-8AFC-F3BA99396676}" type="presOf" srcId="{0FBE85CB-88E9-42D3-B202-62AE30649C73}" destId="{F86A6CAF-CCC7-46DD-BD7C-111398D45FDD}" srcOrd="1" destOrd="0" presId="urn:microsoft.com/office/officeart/2005/8/layout/hierarchy2"/>
    <dgm:cxn modelId="{C16FB1AE-1798-4269-B6DB-384CFDFC44D7}" srcId="{0FA28BCB-DEB7-475C-9D5A-5AD448A73082}" destId="{1C839634-DFCD-4790-BBEA-67B6B6DF4B32}" srcOrd="1" destOrd="0" parTransId="{A55206E4-D901-485C-8A76-90C6C676C6CC}" sibTransId="{B0EA7C9B-6F2D-49C0-AEA5-B9D1B0804C85}"/>
    <dgm:cxn modelId="{A6A387AF-7A91-4442-BDE2-CEA804352296}" type="presOf" srcId="{A55206E4-D901-485C-8A76-90C6C676C6CC}" destId="{EAD95B1B-EECC-4F77-ACA0-995D7C045B4F}" srcOrd="0" destOrd="0" presId="urn:microsoft.com/office/officeart/2005/8/layout/hierarchy2"/>
    <dgm:cxn modelId="{D66AE3B0-5973-4F78-AA5E-FC3F820FF749}" type="presOf" srcId="{1D383D01-D532-4B05-B272-0CB5652ECD5B}" destId="{666386C9-D955-4A22-B9F4-956094AC9FF5}" srcOrd="1" destOrd="0" presId="urn:microsoft.com/office/officeart/2005/8/layout/hierarchy2"/>
    <dgm:cxn modelId="{446BCDB2-8223-4485-8BC1-874E9C455AF9}" type="presOf" srcId="{06531F03-ED3F-40C8-9FC5-40D99FBDCDF2}" destId="{258CE94E-1C4D-41E4-AD49-F35E8B14C37B}" srcOrd="0" destOrd="0" presId="urn:microsoft.com/office/officeart/2005/8/layout/hierarchy2"/>
    <dgm:cxn modelId="{079A19B6-6AE8-4E49-AAC0-C5C06E2379B5}" type="presOf" srcId="{26CC92DF-98E3-4B85-B736-56BABABD3F80}" destId="{846A11CF-6F24-45A6-9291-197BFA700EE9}" srcOrd="1" destOrd="0" presId="urn:microsoft.com/office/officeart/2005/8/layout/hierarchy2"/>
    <dgm:cxn modelId="{476BF1B6-C2B0-44A2-AE2E-83DCFFA09079}" type="presOf" srcId="{C310AA61-F8E2-4814-A31D-AFAEE52B5135}" destId="{3EA84D26-267A-42A7-92E7-43A3AB72FF90}" srcOrd="0" destOrd="0" presId="urn:microsoft.com/office/officeart/2005/8/layout/hierarchy2"/>
    <dgm:cxn modelId="{504FD5B7-69CC-4C90-8ED3-0D54F0868827}" type="presOf" srcId="{2DFBD49C-9C7D-41BE-BCB3-7AB5CAEBA0A5}" destId="{BE4EA019-B1C0-4FBE-9FFD-6A80C0951A0D}" srcOrd="1" destOrd="0" presId="urn:microsoft.com/office/officeart/2005/8/layout/hierarchy2"/>
    <dgm:cxn modelId="{6C89C9BC-43D8-40ED-A8F3-CF7549978E93}" srcId="{63D59E54-9B6E-4896-B780-E55A68B2265E}" destId="{3D4C63D6-FA6A-4D1B-8BE2-341636832A7B}" srcOrd="0" destOrd="0" parTransId="{4FFD07D1-6A91-4535-8288-235D4144B6A7}" sibTransId="{2AA84CE7-2BA2-40AF-BA32-C060C3D50F0E}"/>
    <dgm:cxn modelId="{CC239FBF-A09B-4878-A991-22F86D110498}" type="presOf" srcId="{C1CD742C-F413-4565-A4AD-5E44CB5C5AEA}" destId="{FB71BDC4-232D-4D0E-8E59-FEB6CA330928}" srcOrd="1" destOrd="0" presId="urn:microsoft.com/office/officeart/2005/8/layout/hierarchy2"/>
    <dgm:cxn modelId="{2CD204C3-0656-4712-82DF-6D9B551C7582}" type="presOf" srcId="{4FFD07D1-6A91-4535-8288-235D4144B6A7}" destId="{B8F080FC-E8D6-4F0A-AF2E-E3C31D073041}" srcOrd="0" destOrd="0" presId="urn:microsoft.com/office/officeart/2005/8/layout/hierarchy2"/>
    <dgm:cxn modelId="{24F268C3-985F-4D52-8F16-E13A9C07B304}" srcId="{7867FEE0-CA3B-4AA9-8E6C-68551877118C}" destId="{703C046E-32AD-4E2F-B7CA-A575BDDF4289}" srcOrd="1" destOrd="0" parTransId="{0FBE85CB-88E9-42D3-B202-62AE30649C73}" sibTransId="{3877705A-1758-43F5-8B14-EFF9F9A3CE6B}"/>
    <dgm:cxn modelId="{3437FDC7-4D58-4144-B36D-163985C3B5A3}" srcId="{3D4C63D6-FA6A-4D1B-8BE2-341636832A7B}" destId="{6D77CEE1-57BD-452D-BA8B-02B79F066410}" srcOrd="2" destOrd="0" parTransId="{056777F6-EE04-46A5-B28D-6A64DE272451}" sibTransId="{0527FB53-6392-464A-B6A4-05D9C8850B0D}"/>
    <dgm:cxn modelId="{382883C8-329B-458C-AE23-A0BB4B0CCA43}" type="presOf" srcId="{BF4C3084-0E10-4873-80DB-1C163F768E1D}" destId="{E14B3C38-5CDA-4BC9-BB88-5A9B1DB7CAFE}" srcOrd="1" destOrd="0" presId="urn:microsoft.com/office/officeart/2005/8/layout/hierarchy2"/>
    <dgm:cxn modelId="{1C29D6CA-62CE-4AFD-B1D8-9219BDC8577C}" type="presOf" srcId="{72DC3444-3E52-4F5D-87BB-BA82FEFABBB4}" destId="{101167FC-53A8-4448-B2BF-55D57B6C34D3}" srcOrd="0" destOrd="0" presId="urn:microsoft.com/office/officeart/2005/8/layout/hierarchy2"/>
    <dgm:cxn modelId="{805C83CC-4124-4456-8775-A757AEE5C4E9}" type="presOf" srcId="{1C839634-DFCD-4790-BBEA-67B6B6DF4B32}" destId="{9F695281-3C00-424D-A94F-D66ABED61217}" srcOrd="0" destOrd="0" presId="urn:microsoft.com/office/officeart/2005/8/layout/hierarchy2"/>
    <dgm:cxn modelId="{709408DF-B91A-4F4E-B647-84786B6CF52E}" type="presOf" srcId="{0DCBF7CB-8C3C-4561-A429-4E450741C715}" destId="{077C4EB7-5CC8-4A8E-AD4A-AAAF5E2A792F}" srcOrd="1" destOrd="0" presId="urn:microsoft.com/office/officeart/2005/8/layout/hierarchy2"/>
    <dgm:cxn modelId="{A5B9AFE1-A87D-4B6B-B82D-23A4F8035E28}" srcId="{B1649A71-C495-4798-9346-F1ADD93C2FA4}" destId="{DF474F29-DACF-460F-BBD1-B18082B8B5DD}" srcOrd="1" destOrd="0" parTransId="{C310AA61-F8E2-4814-A31D-AFAEE52B5135}" sibTransId="{A7E56EE2-7AB4-4A4E-A64A-78BAC6C02B53}"/>
    <dgm:cxn modelId="{51E219E5-7091-4E9B-A571-9A85C53FE450}" type="presOf" srcId="{4FFD07D1-6A91-4535-8288-235D4144B6A7}" destId="{F3573952-E2FA-4515-90B5-535FD4EE9207}" srcOrd="1" destOrd="0" presId="urn:microsoft.com/office/officeart/2005/8/layout/hierarchy2"/>
    <dgm:cxn modelId="{813E07E7-90B9-4B16-9EAA-A503584D6AAE}" srcId="{765BD752-20CE-403D-9075-11D710B47690}" destId="{724DEBE7-CC67-455E-8118-ED6A22023E2A}" srcOrd="1" destOrd="0" parTransId="{C288AD97-0D86-4503-BA16-500A1A9AFE93}" sibTransId="{8AFED291-DC52-42FA-B1FC-520112E49CF3}"/>
    <dgm:cxn modelId="{2189ECE9-AB0F-4A22-B5D0-B76F5EC812EB}" type="presOf" srcId="{C1CD742C-F413-4565-A4AD-5E44CB5C5AEA}" destId="{847F1C97-CCF7-48A1-A9E3-1107B9DBE11E}" srcOrd="0" destOrd="0" presId="urn:microsoft.com/office/officeart/2005/8/layout/hierarchy2"/>
    <dgm:cxn modelId="{501A52EC-66E6-4081-9E2C-7771502D0AE3}" srcId="{1C839634-DFCD-4790-BBEA-67B6B6DF4B32}" destId="{4ED1F3BE-6325-44B6-8839-28758013EAB4}" srcOrd="0" destOrd="0" parTransId="{2DFBD49C-9C7D-41BE-BCB3-7AB5CAEBA0A5}" sibTransId="{2F6D45D9-1341-4217-BF46-101C50C6D232}"/>
    <dgm:cxn modelId="{26CB27EF-F3B8-4B05-B773-32167CC7A2B8}" type="presOf" srcId="{0FBE85CB-88E9-42D3-B202-62AE30649C73}" destId="{5BF4FE20-1E03-4533-8B32-F7F307DB8603}" srcOrd="0" destOrd="0" presId="urn:microsoft.com/office/officeart/2005/8/layout/hierarchy2"/>
    <dgm:cxn modelId="{BF24B7EF-3AC3-4079-830B-6087B2F124A3}" type="presOf" srcId="{0DCBF7CB-8C3C-4561-A429-4E450741C715}" destId="{DD4977EA-21E7-4AF5-AE6F-F6BC955EFC51}" srcOrd="0" destOrd="0" presId="urn:microsoft.com/office/officeart/2005/8/layout/hierarchy2"/>
    <dgm:cxn modelId="{A3B145F0-2F40-46C8-939A-49745445BD8C}" type="presOf" srcId="{591646AF-4E6E-4F50-BF4F-73746F8B0BDA}" destId="{99B8A9DE-2F99-4B31-988A-FA227B6F9EAF}" srcOrd="1" destOrd="0" presId="urn:microsoft.com/office/officeart/2005/8/layout/hierarchy2"/>
    <dgm:cxn modelId="{AC5C43F1-C1DA-4E1E-95EE-FD0DCAEA1EA5}" type="presOf" srcId="{7867FEE0-CA3B-4AA9-8E6C-68551877118C}" destId="{76478B49-A2E7-4635-959D-D914D215DDBD}" srcOrd="0" destOrd="0" presId="urn:microsoft.com/office/officeart/2005/8/layout/hierarchy2"/>
    <dgm:cxn modelId="{23964BF5-2ED2-4293-8616-D1C083463705}" srcId="{1C839634-DFCD-4790-BBEA-67B6B6DF4B32}" destId="{B1649A71-C495-4798-9346-F1ADD93C2FA4}" srcOrd="1" destOrd="0" parTransId="{06531F03-ED3F-40C8-9FC5-40D99FBDCDF2}" sibTransId="{B1CEBE91-B7D2-437D-9EC9-9E81753F7D52}"/>
    <dgm:cxn modelId="{D2D25FFB-300F-4169-BB5B-7CA811EBFDAE}" type="presOf" srcId="{C062A1FC-BF68-49A0-8B03-8DF88BDA83D8}" destId="{9B143A75-0472-4BF7-8EBD-13CEBDF073DB}" srcOrd="0" destOrd="0" presId="urn:microsoft.com/office/officeart/2005/8/layout/hierarchy2"/>
    <dgm:cxn modelId="{BB241F8F-9E6D-453E-AA2F-A977DFFC6D4F}" type="presParOf" srcId="{C136A6D4-2C28-4689-BAB7-E627C98D3D70}" destId="{2168E9F7-AEDE-4B35-AB72-4F66A8C4A6C1}" srcOrd="0" destOrd="0" presId="urn:microsoft.com/office/officeart/2005/8/layout/hierarchy2"/>
    <dgm:cxn modelId="{BB6C7B45-0768-4B41-A009-6964A5A16813}" type="presParOf" srcId="{2168E9F7-AEDE-4B35-AB72-4F66A8C4A6C1}" destId="{BC4E8FD0-74F6-4E01-83FC-18BC8288835C}" srcOrd="0" destOrd="0" presId="urn:microsoft.com/office/officeart/2005/8/layout/hierarchy2"/>
    <dgm:cxn modelId="{16E15208-F80E-4BF1-9645-9D2381B951E9}" type="presParOf" srcId="{2168E9F7-AEDE-4B35-AB72-4F66A8C4A6C1}" destId="{17414019-AD14-4263-AAC8-BB3D7412FE99}" srcOrd="1" destOrd="0" presId="urn:microsoft.com/office/officeart/2005/8/layout/hierarchy2"/>
    <dgm:cxn modelId="{2A64C088-312E-4D84-9094-790736524F73}" type="presParOf" srcId="{17414019-AD14-4263-AAC8-BB3D7412FE99}" destId="{05C1253F-B31D-4CD6-AACF-03BB35D1B27A}" srcOrd="0" destOrd="0" presId="urn:microsoft.com/office/officeart/2005/8/layout/hierarchy2"/>
    <dgm:cxn modelId="{741B809C-8B24-4D00-A150-F3466B65E7EB}" type="presParOf" srcId="{05C1253F-B31D-4CD6-AACF-03BB35D1B27A}" destId="{99B8A9DE-2F99-4B31-988A-FA227B6F9EAF}" srcOrd="0" destOrd="0" presId="urn:microsoft.com/office/officeart/2005/8/layout/hierarchy2"/>
    <dgm:cxn modelId="{A513B109-67E2-429A-9315-1ED05D3F59E8}" type="presParOf" srcId="{17414019-AD14-4263-AAC8-BB3D7412FE99}" destId="{B2BE41D4-CF79-40A2-94FB-8CB42660950F}" srcOrd="1" destOrd="0" presId="urn:microsoft.com/office/officeart/2005/8/layout/hierarchy2"/>
    <dgm:cxn modelId="{7432DFB4-F706-44BD-BF41-0D1F7A6096FB}" type="presParOf" srcId="{B2BE41D4-CF79-40A2-94FB-8CB42660950F}" destId="{EF0822F7-09DC-4FF4-BD9E-3B30160573B7}" srcOrd="0" destOrd="0" presId="urn:microsoft.com/office/officeart/2005/8/layout/hierarchy2"/>
    <dgm:cxn modelId="{65607A8D-CA50-4C7E-8F28-B406BD09B59E}" type="presParOf" srcId="{B2BE41D4-CF79-40A2-94FB-8CB42660950F}" destId="{D7B71F4C-10B3-4143-899C-59854CB11BBE}" srcOrd="1" destOrd="0" presId="urn:microsoft.com/office/officeart/2005/8/layout/hierarchy2"/>
    <dgm:cxn modelId="{DC2D39E9-2643-45FF-9B70-957C81762C07}" type="presParOf" srcId="{D7B71F4C-10B3-4143-899C-59854CB11BBE}" destId="{B8F080FC-E8D6-4F0A-AF2E-E3C31D073041}" srcOrd="0" destOrd="0" presId="urn:microsoft.com/office/officeart/2005/8/layout/hierarchy2"/>
    <dgm:cxn modelId="{516C697B-3325-4D99-9CBE-4956B25AA6E6}" type="presParOf" srcId="{B8F080FC-E8D6-4F0A-AF2E-E3C31D073041}" destId="{F3573952-E2FA-4515-90B5-535FD4EE9207}" srcOrd="0" destOrd="0" presId="urn:microsoft.com/office/officeart/2005/8/layout/hierarchy2"/>
    <dgm:cxn modelId="{975E0C98-2561-4967-BF9A-0245AE145955}" type="presParOf" srcId="{D7B71F4C-10B3-4143-899C-59854CB11BBE}" destId="{E51870F8-7179-4E72-9A8A-523A78D75D00}" srcOrd="1" destOrd="0" presId="urn:microsoft.com/office/officeart/2005/8/layout/hierarchy2"/>
    <dgm:cxn modelId="{ECA28688-CEFE-4EA2-99BB-4433A5CE118F}" type="presParOf" srcId="{E51870F8-7179-4E72-9A8A-523A78D75D00}" destId="{84E2BBB4-D7E0-4F26-A476-FC83F795CBB6}" srcOrd="0" destOrd="0" presId="urn:microsoft.com/office/officeart/2005/8/layout/hierarchy2"/>
    <dgm:cxn modelId="{5924AD19-B2E4-4EF0-8C25-FC121DE198D6}" type="presParOf" srcId="{E51870F8-7179-4E72-9A8A-523A78D75D00}" destId="{7D1FFACC-39D8-498B-8299-2F0380FCF888}" srcOrd="1" destOrd="0" presId="urn:microsoft.com/office/officeart/2005/8/layout/hierarchy2"/>
    <dgm:cxn modelId="{BE9D64B3-887F-4562-9D5C-018622C90DEC}" type="presParOf" srcId="{7D1FFACC-39D8-498B-8299-2F0380FCF888}" destId="{CE033DA4-FC27-44F8-A741-D78D7AAC8690}" srcOrd="0" destOrd="0" presId="urn:microsoft.com/office/officeart/2005/8/layout/hierarchy2"/>
    <dgm:cxn modelId="{9683A023-CDCF-44F3-83F8-88BF251C96D7}" type="presParOf" srcId="{CE033DA4-FC27-44F8-A741-D78D7AAC8690}" destId="{5813567B-60A7-414A-91BF-5F3553F3D46E}" srcOrd="0" destOrd="0" presId="urn:microsoft.com/office/officeart/2005/8/layout/hierarchy2"/>
    <dgm:cxn modelId="{0B997217-6645-4302-996C-41D45C8CADFF}" type="presParOf" srcId="{7D1FFACC-39D8-498B-8299-2F0380FCF888}" destId="{77CD9743-F4FC-437A-BF7A-88894ED9A60C}" srcOrd="1" destOrd="0" presId="urn:microsoft.com/office/officeart/2005/8/layout/hierarchy2"/>
    <dgm:cxn modelId="{1860F2D3-CE67-4476-89DE-52850037DFB6}" type="presParOf" srcId="{77CD9743-F4FC-437A-BF7A-88894ED9A60C}" destId="{101167FC-53A8-4448-B2BF-55D57B6C34D3}" srcOrd="0" destOrd="0" presId="urn:microsoft.com/office/officeart/2005/8/layout/hierarchy2"/>
    <dgm:cxn modelId="{BA074D22-52EE-4274-9EB8-3C01A214A15A}" type="presParOf" srcId="{77CD9743-F4FC-437A-BF7A-88894ED9A60C}" destId="{BA2225F4-3335-4A84-B754-B868738F3714}" srcOrd="1" destOrd="0" presId="urn:microsoft.com/office/officeart/2005/8/layout/hierarchy2"/>
    <dgm:cxn modelId="{1DAF89BA-2E32-403C-AB0D-B28282AD3D6D}" type="presParOf" srcId="{7D1FFACC-39D8-498B-8299-2F0380FCF888}" destId="{87A80AD4-1B80-4707-AE48-05FD28EC55BD}" srcOrd="2" destOrd="0" presId="urn:microsoft.com/office/officeart/2005/8/layout/hierarchy2"/>
    <dgm:cxn modelId="{B5C99BA8-E408-46A8-96CB-D58C48C9004A}" type="presParOf" srcId="{87A80AD4-1B80-4707-AE48-05FD28EC55BD}" destId="{846A11CF-6F24-45A6-9291-197BFA700EE9}" srcOrd="0" destOrd="0" presId="urn:microsoft.com/office/officeart/2005/8/layout/hierarchy2"/>
    <dgm:cxn modelId="{652A463D-6EDC-4A3A-B2EF-104D23962385}" type="presParOf" srcId="{7D1FFACC-39D8-498B-8299-2F0380FCF888}" destId="{CE853B96-3F14-4ECE-A263-D72D5FC15E50}" srcOrd="3" destOrd="0" presId="urn:microsoft.com/office/officeart/2005/8/layout/hierarchy2"/>
    <dgm:cxn modelId="{00926899-6D0B-4462-A339-9CFB5901601E}" type="presParOf" srcId="{CE853B96-3F14-4ECE-A263-D72D5FC15E50}" destId="{2973A3A6-90ED-42BF-9C7E-FAAE738D05DC}" srcOrd="0" destOrd="0" presId="urn:microsoft.com/office/officeart/2005/8/layout/hierarchy2"/>
    <dgm:cxn modelId="{5FC3B906-929A-4C36-8B75-236DC877C1D0}" type="presParOf" srcId="{CE853B96-3F14-4ECE-A263-D72D5FC15E50}" destId="{BB773410-EEE7-41FF-93A9-5A0C8E263D35}" srcOrd="1" destOrd="0" presId="urn:microsoft.com/office/officeart/2005/8/layout/hierarchy2"/>
    <dgm:cxn modelId="{AE48DAD3-510A-4B1C-9956-4CB9BBC94BC4}" type="presParOf" srcId="{7D1FFACC-39D8-498B-8299-2F0380FCF888}" destId="{C1E53AD2-E1FB-4A9B-B841-097DDBD990B1}" srcOrd="4" destOrd="0" presId="urn:microsoft.com/office/officeart/2005/8/layout/hierarchy2"/>
    <dgm:cxn modelId="{710FE738-7BB9-484E-A485-402486ADC2BE}" type="presParOf" srcId="{C1E53AD2-E1FB-4A9B-B841-097DDBD990B1}" destId="{ED94C6F4-FDC0-4515-9189-9FCB72F8FF01}" srcOrd="0" destOrd="0" presId="urn:microsoft.com/office/officeart/2005/8/layout/hierarchy2"/>
    <dgm:cxn modelId="{E2139413-BB00-4388-A64E-55A5B2E84E82}" type="presParOf" srcId="{7D1FFACC-39D8-498B-8299-2F0380FCF888}" destId="{341403EB-3D22-46E1-9615-EAAF894508C3}" srcOrd="5" destOrd="0" presId="urn:microsoft.com/office/officeart/2005/8/layout/hierarchy2"/>
    <dgm:cxn modelId="{276A75D8-3409-4B19-B493-498A2874BBED}" type="presParOf" srcId="{341403EB-3D22-46E1-9615-EAAF894508C3}" destId="{66B87E9B-2E2D-4E11-B6A2-AC010D101A4D}" srcOrd="0" destOrd="0" presId="urn:microsoft.com/office/officeart/2005/8/layout/hierarchy2"/>
    <dgm:cxn modelId="{BA6302E4-0E0A-4839-B3A3-3781901367B3}" type="presParOf" srcId="{341403EB-3D22-46E1-9615-EAAF894508C3}" destId="{BCF77FC7-923E-423E-A6A9-001237EF8449}" srcOrd="1" destOrd="0" presId="urn:microsoft.com/office/officeart/2005/8/layout/hierarchy2"/>
    <dgm:cxn modelId="{873269B8-E69D-41D0-B35C-7404273F2856}" type="presParOf" srcId="{D7B71F4C-10B3-4143-899C-59854CB11BBE}" destId="{847F1C97-CCF7-48A1-A9E3-1107B9DBE11E}" srcOrd="2" destOrd="0" presId="urn:microsoft.com/office/officeart/2005/8/layout/hierarchy2"/>
    <dgm:cxn modelId="{8944F8F4-63E6-4F59-BD5D-D65CC1C0B527}" type="presParOf" srcId="{847F1C97-CCF7-48A1-A9E3-1107B9DBE11E}" destId="{FB71BDC4-232D-4D0E-8E59-FEB6CA330928}" srcOrd="0" destOrd="0" presId="urn:microsoft.com/office/officeart/2005/8/layout/hierarchy2"/>
    <dgm:cxn modelId="{E7AAB5D0-BF14-4686-9902-0D6A94971F29}" type="presParOf" srcId="{D7B71F4C-10B3-4143-899C-59854CB11BBE}" destId="{A36D1ED5-47D1-4B83-867F-8FCD3C4C55D0}" srcOrd="3" destOrd="0" presId="urn:microsoft.com/office/officeart/2005/8/layout/hierarchy2"/>
    <dgm:cxn modelId="{F9CA2FB9-FB0C-41DD-ACD6-B40F13774980}" type="presParOf" srcId="{A36D1ED5-47D1-4B83-867F-8FCD3C4C55D0}" destId="{0AA804F9-0C40-4072-A4A2-A6FD3F24EAE4}" srcOrd="0" destOrd="0" presId="urn:microsoft.com/office/officeart/2005/8/layout/hierarchy2"/>
    <dgm:cxn modelId="{01ABC057-5FBA-4F61-928D-82BA8318C683}" type="presParOf" srcId="{A36D1ED5-47D1-4B83-867F-8FCD3C4C55D0}" destId="{F0F79EE7-2B48-48C5-BB29-982CED550046}" srcOrd="1" destOrd="0" presId="urn:microsoft.com/office/officeart/2005/8/layout/hierarchy2"/>
    <dgm:cxn modelId="{95759FF1-B713-4C4D-A94E-13D8ADE62262}" type="presParOf" srcId="{F0F79EE7-2B48-48C5-BB29-982CED550046}" destId="{DD4977EA-21E7-4AF5-AE6F-F6BC955EFC51}" srcOrd="0" destOrd="0" presId="urn:microsoft.com/office/officeart/2005/8/layout/hierarchy2"/>
    <dgm:cxn modelId="{12C2A07C-3CF6-4469-B915-2B62BAEDD755}" type="presParOf" srcId="{DD4977EA-21E7-4AF5-AE6F-F6BC955EFC51}" destId="{077C4EB7-5CC8-4A8E-AD4A-AAAF5E2A792F}" srcOrd="0" destOrd="0" presId="urn:microsoft.com/office/officeart/2005/8/layout/hierarchy2"/>
    <dgm:cxn modelId="{346EAA9D-4D7F-4252-BD63-BA72775D000A}" type="presParOf" srcId="{F0F79EE7-2B48-48C5-BB29-982CED550046}" destId="{190F614E-EED5-4052-AFBD-84D88A89A2A5}" srcOrd="1" destOrd="0" presId="urn:microsoft.com/office/officeart/2005/8/layout/hierarchy2"/>
    <dgm:cxn modelId="{7C441F11-1893-48E0-9E74-5500BC8A850D}" type="presParOf" srcId="{190F614E-EED5-4052-AFBD-84D88A89A2A5}" destId="{9B143A75-0472-4BF7-8EBD-13CEBDF073DB}" srcOrd="0" destOrd="0" presId="urn:microsoft.com/office/officeart/2005/8/layout/hierarchy2"/>
    <dgm:cxn modelId="{386DE74A-E191-49E8-AAB5-4AD3A78D18DB}" type="presParOf" srcId="{190F614E-EED5-4052-AFBD-84D88A89A2A5}" destId="{D82B54E3-37E2-4ADA-9BCF-FFCD64882261}" srcOrd="1" destOrd="0" presId="urn:microsoft.com/office/officeart/2005/8/layout/hierarchy2"/>
    <dgm:cxn modelId="{DC86E764-D382-4064-8AAD-2EA4EC6C6E73}" type="presParOf" srcId="{F0F79EE7-2B48-48C5-BB29-982CED550046}" destId="{04E1164B-53C3-43C2-808E-F3AE7565C389}" srcOrd="2" destOrd="0" presId="urn:microsoft.com/office/officeart/2005/8/layout/hierarchy2"/>
    <dgm:cxn modelId="{2C9DD862-455E-4850-8BCD-5A3ADF35F49E}" type="presParOf" srcId="{04E1164B-53C3-43C2-808E-F3AE7565C389}" destId="{B26E8C9A-8B71-4427-9E60-8F35B2634869}" srcOrd="0" destOrd="0" presId="urn:microsoft.com/office/officeart/2005/8/layout/hierarchy2"/>
    <dgm:cxn modelId="{4B01CCF1-2F5F-4996-9071-A587B4A62F5A}" type="presParOf" srcId="{F0F79EE7-2B48-48C5-BB29-982CED550046}" destId="{A6E6AFAF-11B6-44AB-B3DC-AEC3FCCA52DB}" srcOrd="3" destOrd="0" presId="urn:microsoft.com/office/officeart/2005/8/layout/hierarchy2"/>
    <dgm:cxn modelId="{94605F55-98D6-4285-9E41-29FEA13BA87B}" type="presParOf" srcId="{A6E6AFAF-11B6-44AB-B3DC-AEC3FCCA52DB}" destId="{D5D7B7EE-3CC4-4785-809B-72E3031A944E}" srcOrd="0" destOrd="0" presId="urn:microsoft.com/office/officeart/2005/8/layout/hierarchy2"/>
    <dgm:cxn modelId="{9A4C6B8F-BBAF-4C4F-8F98-8CAF9540F13B}" type="presParOf" srcId="{A6E6AFAF-11B6-44AB-B3DC-AEC3FCCA52DB}" destId="{81F54AD2-880B-4E69-913F-0B22F10F9738}" srcOrd="1" destOrd="0" presId="urn:microsoft.com/office/officeart/2005/8/layout/hierarchy2"/>
    <dgm:cxn modelId="{0BB7F92B-D26B-49E0-A3CE-2E380CBAFDF1}" type="presParOf" srcId="{17414019-AD14-4263-AAC8-BB3D7412FE99}" destId="{1C78C062-87E1-4C89-87D5-1B7E35D2F468}" srcOrd="2" destOrd="0" presId="urn:microsoft.com/office/officeart/2005/8/layout/hierarchy2"/>
    <dgm:cxn modelId="{4A0C4875-1F05-4E9A-A4C6-E60F63307ACA}" type="presParOf" srcId="{1C78C062-87E1-4C89-87D5-1B7E35D2F468}" destId="{C68400A1-7FBA-483E-B652-35ABE961309F}" srcOrd="0" destOrd="0" presId="urn:microsoft.com/office/officeart/2005/8/layout/hierarchy2"/>
    <dgm:cxn modelId="{005FBDA6-B6A7-433B-B7C0-7AA2C8901549}" type="presParOf" srcId="{17414019-AD14-4263-AAC8-BB3D7412FE99}" destId="{5D133FC5-A628-42E9-BCD0-7A95A765C748}" srcOrd="3" destOrd="0" presId="urn:microsoft.com/office/officeart/2005/8/layout/hierarchy2"/>
    <dgm:cxn modelId="{3BF7B472-9876-41EC-83B4-A8CA6CB1F51E}" type="presParOf" srcId="{5D133FC5-A628-42E9-BCD0-7A95A765C748}" destId="{9C8317C8-55D8-4981-8EF9-C289ECED5E4D}" srcOrd="0" destOrd="0" presId="urn:microsoft.com/office/officeart/2005/8/layout/hierarchy2"/>
    <dgm:cxn modelId="{838B1036-CF45-4588-B9B7-40CCC717CE3E}" type="presParOf" srcId="{5D133FC5-A628-42E9-BCD0-7A95A765C748}" destId="{72EE610B-C283-46F7-9994-BD3377447368}" srcOrd="1" destOrd="0" presId="urn:microsoft.com/office/officeart/2005/8/layout/hierarchy2"/>
    <dgm:cxn modelId="{70243CE5-FF2C-41BC-BB24-7785793B6EED}" type="presParOf" srcId="{72EE610B-C283-46F7-9994-BD3377447368}" destId="{03D10DFD-BE43-42A4-86CC-E72DB03DC8E0}" srcOrd="0" destOrd="0" presId="urn:microsoft.com/office/officeart/2005/8/layout/hierarchy2"/>
    <dgm:cxn modelId="{8026A22C-C865-495F-8796-C7340EA295FC}" type="presParOf" srcId="{03D10DFD-BE43-42A4-86CC-E72DB03DC8E0}" destId="{D7933215-002D-4511-B8AF-5821B33DE935}" srcOrd="0" destOrd="0" presId="urn:microsoft.com/office/officeart/2005/8/layout/hierarchy2"/>
    <dgm:cxn modelId="{EAB93E07-3E8F-423C-8DEF-C751E530A0D1}" type="presParOf" srcId="{72EE610B-C283-46F7-9994-BD3377447368}" destId="{D551583B-AB64-44A1-8720-C1F2C8397D39}" srcOrd="1" destOrd="0" presId="urn:microsoft.com/office/officeart/2005/8/layout/hierarchy2"/>
    <dgm:cxn modelId="{1F4874F6-DB07-48F9-9BFA-4CB6AABFB91D}" type="presParOf" srcId="{D551583B-AB64-44A1-8720-C1F2C8397D39}" destId="{76478B49-A2E7-4635-959D-D914D215DDBD}" srcOrd="0" destOrd="0" presId="urn:microsoft.com/office/officeart/2005/8/layout/hierarchy2"/>
    <dgm:cxn modelId="{FDD0B9BE-B8C7-44BB-BCD7-F8FB8D8960C5}" type="presParOf" srcId="{D551583B-AB64-44A1-8720-C1F2C8397D39}" destId="{FD2FDF4C-CB84-41ED-A2F4-975BA602CFE5}" srcOrd="1" destOrd="0" presId="urn:microsoft.com/office/officeart/2005/8/layout/hierarchy2"/>
    <dgm:cxn modelId="{9D5B22B0-3C7C-459A-8AF2-25E3309FA878}" type="presParOf" srcId="{FD2FDF4C-CB84-41ED-A2F4-975BA602CFE5}" destId="{2402F175-F044-4C71-9352-6C2E4AA98C4C}" srcOrd="0" destOrd="0" presId="urn:microsoft.com/office/officeart/2005/8/layout/hierarchy2"/>
    <dgm:cxn modelId="{FEDDBF2A-3F4A-4610-A9C7-8B5E5036689C}" type="presParOf" srcId="{2402F175-F044-4C71-9352-6C2E4AA98C4C}" destId="{FF723B5D-53F0-482B-AF3E-F687B37F9590}" srcOrd="0" destOrd="0" presId="urn:microsoft.com/office/officeart/2005/8/layout/hierarchy2"/>
    <dgm:cxn modelId="{E271F784-E941-48C6-A733-B09B0B3C266B}" type="presParOf" srcId="{FD2FDF4C-CB84-41ED-A2F4-975BA602CFE5}" destId="{7F334631-8722-4BEF-B713-BE663FCD72BB}" srcOrd="1" destOrd="0" presId="urn:microsoft.com/office/officeart/2005/8/layout/hierarchy2"/>
    <dgm:cxn modelId="{3CDB72D4-441C-45A7-9A7F-5E62DBB07353}" type="presParOf" srcId="{7F334631-8722-4BEF-B713-BE663FCD72BB}" destId="{E84119E8-8670-4267-B96E-7C4DA9E625CC}" srcOrd="0" destOrd="0" presId="urn:microsoft.com/office/officeart/2005/8/layout/hierarchy2"/>
    <dgm:cxn modelId="{E6CDFDBD-0692-4B10-BE7D-399F8EAE8A90}" type="presParOf" srcId="{7F334631-8722-4BEF-B713-BE663FCD72BB}" destId="{A6552664-8738-45C6-8638-214A10E0E30D}" srcOrd="1" destOrd="0" presId="urn:microsoft.com/office/officeart/2005/8/layout/hierarchy2"/>
    <dgm:cxn modelId="{8A19A860-F580-4584-A1D1-F650DF61D2BB}" type="presParOf" srcId="{FD2FDF4C-CB84-41ED-A2F4-975BA602CFE5}" destId="{5BF4FE20-1E03-4533-8B32-F7F307DB8603}" srcOrd="2" destOrd="0" presId="urn:microsoft.com/office/officeart/2005/8/layout/hierarchy2"/>
    <dgm:cxn modelId="{CA68FAE7-C540-468D-AF0F-19EEEA5C25F8}" type="presParOf" srcId="{5BF4FE20-1E03-4533-8B32-F7F307DB8603}" destId="{F86A6CAF-CCC7-46DD-BD7C-111398D45FDD}" srcOrd="0" destOrd="0" presId="urn:microsoft.com/office/officeart/2005/8/layout/hierarchy2"/>
    <dgm:cxn modelId="{8086B677-B02E-42B1-A693-1C1F2C8F8EFF}" type="presParOf" srcId="{FD2FDF4C-CB84-41ED-A2F4-975BA602CFE5}" destId="{63FA57B7-4522-4A2D-9945-137BC5FF4A62}" srcOrd="3" destOrd="0" presId="urn:microsoft.com/office/officeart/2005/8/layout/hierarchy2"/>
    <dgm:cxn modelId="{CC3DAEF0-FA2B-4961-88B3-DB87C88850CA}" type="presParOf" srcId="{63FA57B7-4522-4A2D-9945-137BC5FF4A62}" destId="{D503D316-BAFB-4364-9D55-BA311F479AC7}" srcOrd="0" destOrd="0" presId="urn:microsoft.com/office/officeart/2005/8/layout/hierarchy2"/>
    <dgm:cxn modelId="{CAB2C84B-AABE-4E7F-A348-9C3B95E720E4}" type="presParOf" srcId="{63FA57B7-4522-4A2D-9945-137BC5FF4A62}" destId="{FFFFC7BE-E424-4BB9-A9BB-3EE86D194A87}" srcOrd="1" destOrd="0" presId="urn:microsoft.com/office/officeart/2005/8/layout/hierarchy2"/>
    <dgm:cxn modelId="{AD46807D-12A8-4E81-9AF7-2ED21160787E}" type="presParOf" srcId="{72EE610B-C283-46F7-9994-BD3377447368}" destId="{EAD95B1B-EECC-4F77-ACA0-995D7C045B4F}" srcOrd="2" destOrd="0" presId="urn:microsoft.com/office/officeart/2005/8/layout/hierarchy2"/>
    <dgm:cxn modelId="{BDEF8E5E-D11A-46FF-9D12-BE59D98B414D}" type="presParOf" srcId="{EAD95B1B-EECC-4F77-ACA0-995D7C045B4F}" destId="{EED6E784-0CB3-454B-A67E-2D99B6350E3C}" srcOrd="0" destOrd="0" presId="urn:microsoft.com/office/officeart/2005/8/layout/hierarchy2"/>
    <dgm:cxn modelId="{68320087-7C43-4720-B178-B9CF41D700C6}" type="presParOf" srcId="{72EE610B-C283-46F7-9994-BD3377447368}" destId="{862D17F7-CBB2-4A9A-8158-8361BC6AE78D}" srcOrd="3" destOrd="0" presId="urn:microsoft.com/office/officeart/2005/8/layout/hierarchy2"/>
    <dgm:cxn modelId="{FB3101AA-D44B-4115-ACA4-B9A6B722D0FC}" type="presParOf" srcId="{862D17F7-CBB2-4A9A-8158-8361BC6AE78D}" destId="{9F695281-3C00-424D-A94F-D66ABED61217}" srcOrd="0" destOrd="0" presId="urn:microsoft.com/office/officeart/2005/8/layout/hierarchy2"/>
    <dgm:cxn modelId="{44CC79F7-3102-43CB-984A-125EF5EAC403}" type="presParOf" srcId="{862D17F7-CBB2-4A9A-8158-8361BC6AE78D}" destId="{9A101875-E00F-4DBE-A14B-7A88D166066D}" srcOrd="1" destOrd="0" presId="urn:microsoft.com/office/officeart/2005/8/layout/hierarchy2"/>
    <dgm:cxn modelId="{B0C197B1-D96F-4DC0-8FC3-E48EC2346094}" type="presParOf" srcId="{9A101875-E00F-4DBE-A14B-7A88D166066D}" destId="{F6E2BE06-E2DF-47C4-8667-26959788FC55}" srcOrd="0" destOrd="0" presId="urn:microsoft.com/office/officeart/2005/8/layout/hierarchy2"/>
    <dgm:cxn modelId="{169A0A0D-B368-49BB-A8A6-BCB5486AC7C7}" type="presParOf" srcId="{F6E2BE06-E2DF-47C4-8667-26959788FC55}" destId="{BE4EA019-B1C0-4FBE-9FFD-6A80C0951A0D}" srcOrd="0" destOrd="0" presId="urn:microsoft.com/office/officeart/2005/8/layout/hierarchy2"/>
    <dgm:cxn modelId="{659A29B7-47F3-4307-99B5-FC433D8269D7}" type="presParOf" srcId="{9A101875-E00F-4DBE-A14B-7A88D166066D}" destId="{23A184EC-CBC6-471E-81B2-559A1FD3156B}" srcOrd="1" destOrd="0" presId="urn:microsoft.com/office/officeart/2005/8/layout/hierarchy2"/>
    <dgm:cxn modelId="{1E8E548C-703C-481B-9EF1-85270FB956FD}" type="presParOf" srcId="{23A184EC-CBC6-471E-81B2-559A1FD3156B}" destId="{7C8A5670-88C8-4FC3-A5B7-86A74A21C541}" srcOrd="0" destOrd="0" presId="urn:microsoft.com/office/officeart/2005/8/layout/hierarchy2"/>
    <dgm:cxn modelId="{335B9BA1-58A9-4FAA-A13B-BA81D580AFD6}" type="presParOf" srcId="{23A184EC-CBC6-471E-81B2-559A1FD3156B}" destId="{E1B0A0B6-C1C2-4262-8FC1-A4467D2885E3}" srcOrd="1" destOrd="0" presId="urn:microsoft.com/office/officeart/2005/8/layout/hierarchy2"/>
    <dgm:cxn modelId="{126633A0-036C-450E-A180-1C936AC4A76D}" type="presParOf" srcId="{9A101875-E00F-4DBE-A14B-7A88D166066D}" destId="{258CE94E-1C4D-41E4-AD49-F35E8B14C37B}" srcOrd="2" destOrd="0" presId="urn:microsoft.com/office/officeart/2005/8/layout/hierarchy2"/>
    <dgm:cxn modelId="{496F9FA7-3209-4666-ADF7-9FABEA1E4938}" type="presParOf" srcId="{258CE94E-1C4D-41E4-AD49-F35E8B14C37B}" destId="{A9F0FBFD-7C24-4B1F-9A62-1674C064A28A}" srcOrd="0" destOrd="0" presId="urn:microsoft.com/office/officeart/2005/8/layout/hierarchy2"/>
    <dgm:cxn modelId="{9A90F2D2-E502-40DB-8B58-22E330033006}" type="presParOf" srcId="{9A101875-E00F-4DBE-A14B-7A88D166066D}" destId="{1C9BFF20-F7C7-41FC-BF4E-366E288E0213}" srcOrd="3" destOrd="0" presId="urn:microsoft.com/office/officeart/2005/8/layout/hierarchy2"/>
    <dgm:cxn modelId="{EDE4CB76-4887-449F-9D9F-B6B2E8A613EC}" type="presParOf" srcId="{1C9BFF20-F7C7-41FC-BF4E-366E288E0213}" destId="{31775F2D-E2F2-4B3A-92F5-1F777BFD82EA}" srcOrd="0" destOrd="0" presId="urn:microsoft.com/office/officeart/2005/8/layout/hierarchy2"/>
    <dgm:cxn modelId="{FE8B000C-F58C-4008-9CC7-D84779D33D4F}" type="presParOf" srcId="{1C9BFF20-F7C7-41FC-BF4E-366E288E0213}" destId="{A9DFBDA4-FD80-4498-845F-C9F7A37FD052}" srcOrd="1" destOrd="0" presId="urn:microsoft.com/office/officeart/2005/8/layout/hierarchy2"/>
    <dgm:cxn modelId="{D1190C3C-BAB8-4238-8422-BF989E22252C}" type="presParOf" srcId="{A9DFBDA4-FD80-4498-845F-C9F7A37FD052}" destId="{221C9FFA-905F-403D-B84F-0B9B6AC6D03E}" srcOrd="0" destOrd="0" presId="urn:microsoft.com/office/officeart/2005/8/layout/hierarchy2"/>
    <dgm:cxn modelId="{340BE4B9-2E2B-4CBD-88DE-3A9E30F9346B}" type="presParOf" srcId="{221C9FFA-905F-403D-B84F-0B9B6AC6D03E}" destId="{666386C9-D955-4A22-B9F4-956094AC9FF5}" srcOrd="0" destOrd="0" presId="urn:microsoft.com/office/officeart/2005/8/layout/hierarchy2"/>
    <dgm:cxn modelId="{EB106802-42A1-4364-9DCF-2B16ACD20D59}" type="presParOf" srcId="{A9DFBDA4-FD80-4498-845F-C9F7A37FD052}" destId="{DFDCC4DF-0F2A-4469-9C61-BF26D9AA35B5}" srcOrd="1" destOrd="0" presId="urn:microsoft.com/office/officeart/2005/8/layout/hierarchy2"/>
    <dgm:cxn modelId="{1BEF2CD0-41D7-4BD2-8D40-AC4EC86C0713}" type="presParOf" srcId="{DFDCC4DF-0F2A-4469-9C61-BF26D9AA35B5}" destId="{2777ABD2-BDDF-43DE-9381-7414C42A8E14}" srcOrd="0" destOrd="0" presId="urn:microsoft.com/office/officeart/2005/8/layout/hierarchy2"/>
    <dgm:cxn modelId="{490C6849-7FCC-40DD-92C3-53FBEA0A2CD3}" type="presParOf" srcId="{DFDCC4DF-0F2A-4469-9C61-BF26D9AA35B5}" destId="{80BA670F-A50F-4869-A160-6FCD0E02BDB1}" srcOrd="1" destOrd="0" presId="urn:microsoft.com/office/officeart/2005/8/layout/hierarchy2"/>
    <dgm:cxn modelId="{A503C4DC-5243-4C80-B1CB-79F4346C3DE7}" type="presParOf" srcId="{A9DFBDA4-FD80-4498-845F-C9F7A37FD052}" destId="{3EA84D26-267A-42A7-92E7-43A3AB72FF90}" srcOrd="2" destOrd="0" presId="urn:microsoft.com/office/officeart/2005/8/layout/hierarchy2"/>
    <dgm:cxn modelId="{900F9FC8-CF93-4202-94FD-E1EF1BC7FAF0}" type="presParOf" srcId="{3EA84D26-267A-42A7-92E7-43A3AB72FF90}" destId="{DF6C59A5-0708-4589-8BB6-B0D02C38E583}" srcOrd="0" destOrd="0" presId="urn:microsoft.com/office/officeart/2005/8/layout/hierarchy2"/>
    <dgm:cxn modelId="{A7BC5A57-AC96-47B1-B49F-891F7FCE405C}" type="presParOf" srcId="{A9DFBDA4-FD80-4498-845F-C9F7A37FD052}" destId="{9AFF256C-C55D-467E-B028-2EF293629DF5}" srcOrd="3" destOrd="0" presId="urn:microsoft.com/office/officeart/2005/8/layout/hierarchy2"/>
    <dgm:cxn modelId="{793987B0-B431-4B5F-877A-8B55423C23DB}" type="presParOf" srcId="{9AFF256C-C55D-467E-B028-2EF293629DF5}" destId="{8A3EBF02-BC8C-41C5-8E8A-0DFC5DB12583}" srcOrd="0" destOrd="0" presId="urn:microsoft.com/office/officeart/2005/8/layout/hierarchy2"/>
    <dgm:cxn modelId="{DBCEB5DC-DDA3-4130-9A6B-D8D604C00C72}" type="presParOf" srcId="{9AFF256C-C55D-467E-B028-2EF293629DF5}" destId="{755471CE-9149-4550-9813-9D436E6EDCB6}" srcOrd="1" destOrd="0" presId="urn:microsoft.com/office/officeart/2005/8/layout/hierarchy2"/>
    <dgm:cxn modelId="{18B04ACD-B26D-426A-B938-523AF958923B}" type="presParOf" srcId="{9A101875-E00F-4DBE-A14B-7A88D166066D}" destId="{1B404118-E015-4EE7-8C68-4D4B7CA4E619}" srcOrd="4" destOrd="0" presId="urn:microsoft.com/office/officeart/2005/8/layout/hierarchy2"/>
    <dgm:cxn modelId="{FF1BB578-8896-465C-9F24-D00DD2ED349D}" type="presParOf" srcId="{1B404118-E015-4EE7-8C68-4D4B7CA4E619}" destId="{E14B3C38-5CDA-4BC9-BB88-5A9B1DB7CAFE}" srcOrd="0" destOrd="0" presId="urn:microsoft.com/office/officeart/2005/8/layout/hierarchy2"/>
    <dgm:cxn modelId="{7155277D-3DEA-4742-9C84-2E044A48B510}" type="presParOf" srcId="{9A101875-E00F-4DBE-A14B-7A88D166066D}" destId="{4F7AC827-AC67-4724-8647-0FF40BD435FA}" srcOrd="5" destOrd="0" presId="urn:microsoft.com/office/officeart/2005/8/layout/hierarchy2"/>
    <dgm:cxn modelId="{34C51DF8-D9C6-4C7A-9161-7F858068C2B2}" type="presParOf" srcId="{4F7AC827-AC67-4724-8647-0FF40BD435FA}" destId="{AE4A9C49-8D1C-4185-B3A0-0F217CD191F8}" srcOrd="0" destOrd="0" presId="urn:microsoft.com/office/officeart/2005/8/layout/hierarchy2"/>
    <dgm:cxn modelId="{6CC52D8B-CD1A-4DFA-B187-C0BD87D2F820}" type="presParOf" srcId="{4F7AC827-AC67-4724-8647-0FF40BD435FA}" destId="{08DCFF34-F032-4840-9FEF-36E6E7C5E1F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04284-1F7C-4D58-BC79-8C2DEE7E9FAF}">
      <dsp:nvSpPr>
        <dsp:cNvPr id="0" name=""/>
        <dsp:cNvSpPr/>
      </dsp:nvSpPr>
      <dsp:spPr>
        <a:xfrm>
          <a:off x="0" y="2168260"/>
          <a:ext cx="8674100" cy="428624"/>
        </a:xfrm>
        <a:prstGeom prst="homePlat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F924A-339B-436A-9151-9C7B0B0377B9}">
      <dsp:nvSpPr>
        <dsp:cNvPr id="0" name=""/>
        <dsp:cNvSpPr/>
      </dsp:nvSpPr>
      <dsp:spPr>
        <a:xfrm rot="8100000">
          <a:off x="75890" y="549255"/>
          <a:ext cx="350093" cy="350093"/>
        </a:xfrm>
        <a:prstGeom prst="teardrop">
          <a:avLst>
            <a:gd name="adj" fmla="val 11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B4BA4-33F0-43CE-A60E-B95E195AD5A9}">
      <dsp:nvSpPr>
        <dsp:cNvPr id="0" name=""/>
        <dsp:cNvSpPr/>
      </dsp:nvSpPr>
      <dsp:spPr>
        <a:xfrm>
          <a:off x="114782" y="588147"/>
          <a:ext cx="272309" cy="272309"/>
        </a:xfrm>
        <a:prstGeom prst="donu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2CF5D-A585-4990-846A-5EDBD19A9BDB}">
      <dsp:nvSpPr>
        <dsp:cNvPr id="0" name=""/>
        <dsp:cNvSpPr/>
      </dsp:nvSpPr>
      <dsp:spPr>
        <a:xfrm>
          <a:off x="498491" y="972089"/>
          <a:ext cx="2403941" cy="141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114300" bIns="1714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j-lt"/>
            </a:rPr>
            <a:t>Michael Faraday’s discovery of electromagnetic induction</a:t>
          </a:r>
        </a:p>
      </dsp:txBody>
      <dsp:txXfrm>
        <a:off x="498491" y="972089"/>
        <a:ext cx="2403941" cy="1410482"/>
      </dsp:txXfrm>
    </dsp:sp>
    <dsp:sp modelId="{85C50C56-6DC8-4C47-8DBC-4FD6B1554AA4}">
      <dsp:nvSpPr>
        <dsp:cNvPr id="0" name=""/>
        <dsp:cNvSpPr/>
      </dsp:nvSpPr>
      <dsp:spPr>
        <a:xfrm>
          <a:off x="498491" y="476514"/>
          <a:ext cx="2403941" cy="4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>
              <a:latin typeface="+mj-lt"/>
            </a:rPr>
            <a:t>1831</a:t>
          </a:r>
          <a:endParaRPr lang="en-US" sz="1600" kern="1200">
            <a:latin typeface="+mj-lt"/>
          </a:endParaRPr>
        </a:p>
      </dsp:txBody>
      <dsp:txXfrm>
        <a:off x="498491" y="476514"/>
        <a:ext cx="2403941" cy="495575"/>
      </dsp:txXfrm>
    </dsp:sp>
    <dsp:sp modelId="{4F322B1B-F357-4BCD-BF34-8A0D705A1CE7}">
      <dsp:nvSpPr>
        <dsp:cNvPr id="0" name=""/>
        <dsp:cNvSpPr/>
      </dsp:nvSpPr>
      <dsp:spPr>
        <a:xfrm>
          <a:off x="250937" y="972089"/>
          <a:ext cx="0" cy="141048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168-E825-43C1-AF50-41E115F59C0C}">
      <dsp:nvSpPr>
        <dsp:cNvPr id="0" name=""/>
        <dsp:cNvSpPr/>
      </dsp:nvSpPr>
      <dsp:spPr>
        <a:xfrm>
          <a:off x="206611" y="2337970"/>
          <a:ext cx="89119" cy="89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632EA-1574-417A-A3FA-D711159FBAD1}">
      <dsp:nvSpPr>
        <dsp:cNvPr id="0" name=""/>
        <dsp:cNvSpPr/>
      </dsp:nvSpPr>
      <dsp:spPr>
        <a:xfrm rot="18900000">
          <a:off x="1517961" y="3865795"/>
          <a:ext cx="350093" cy="350093"/>
        </a:xfrm>
        <a:prstGeom prst="teardrop">
          <a:avLst>
            <a:gd name="adj" fmla="val 11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E0966-F86B-4BBD-BE80-8FAB861AF0E8}">
      <dsp:nvSpPr>
        <dsp:cNvPr id="0" name=""/>
        <dsp:cNvSpPr/>
      </dsp:nvSpPr>
      <dsp:spPr>
        <a:xfrm>
          <a:off x="1556853" y="3904688"/>
          <a:ext cx="272309" cy="272309"/>
        </a:xfrm>
        <a:prstGeom prst="donu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8C5A1-CE9E-4410-9F2F-F714CC6AB069}">
      <dsp:nvSpPr>
        <dsp:cNvPr id="0" name=""/>
        <dsp:cNvSpPr/>
      </dsp:nvSpPr>
      <dsp:spPr>
        <a:xfrm>
          <a:off x="1940562" y="2382572"/>
          <a:ext cx="2403941" cy="141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1450" rIns="0" bIns="11430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j-lt"/>
            </a:rPr>
            <a:t>First practical DC motor – M. Jacobi</a:t>
          </a:r>
        </a:p>
      </dsp:txBody>
      <dsp:txXfrm>
        <a:off x="1940562" y="2382572"/>
        <a:ext cx="2403941" cy="1410482"/>
      </dsp:txXfrm>
    </dsp:sp>
    <dsp:sp modelId="{C1E34084-406C-48D5-88FE-7226282DBC49}">
      <dsp:nvSpPr>
        <dsp:cNvPr id="0" name=""/>
        <dsp:cNvSpPr/>
      </dsp:nvSpPr>
      <dsp:spPr>
        <a:xfrm>
          <a:off x="1940562" y="3793055"/>
          <a:ext cx="2403941" cy="4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>
              <a:latin typeface="+mj-lt"/>
            </a:rPr>
            <a:t>1834</a:t>
          </a:r>
          <a:endParaRPr lang="en-US" sz="1600" kern="1200">
            <a:latin typeface="+mj-lt"/>
          </a:endParaRPr>
        </a:p>
      </dsp:txBody>
      <dsp:txXfrm>
        <a:off x="1940562" y="3793055"/>
        <a:ext cx="2403941" cy="495575"/>
      </dsp:txXfrm>
    </dsp:sp>
    <dsp:sp modelId="{33168228-1414-4AAF-B7E5-C08A80BBB2F1}">
      <dsp:nvSpPr>
        <dsp:cNvPr id="0" name=""/>
        <dsp:cNvSpPr/>
      </dsp:nvSpPr>
      <dsp:spPr>
        <a:xfrm>
          <a:off x="1693008" y="2382572"/>
          <a:ext cx="0" cy="1410482"/>
        </a:xfrm>
        <a:prstGeom prst="line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996C3-16BE-4CEB-B9E2-6FFC42938F41}">
      <dsp:nvSpPr>
        <dsp:cNvPr id="0" name=""/>
        <dsp:cNvSpPr/>
      </dsp:nvSpPr>
      <dsp:spPr>
        <a:xfrm>
          <a:off x="1648682" y="2337970"/>
          <a:ext cx="89119" cy="89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BECBF-E3AA-450B-95D4-8349AA21B4F8}">
      <dsp:nvSpPr>
        <dsp:cNvPr id="0" name=""/>
        <dsp:cNvSpPr/>
      </dsp:nvSpPr>
      <dsp:spPr>
        <a:xfrm rot="8100000">
          <a:off x="2960032" y="549255"/>
          <a:ext cx="350093" cy="350093"/>
        </a:xfrm>
        <a:prstGeom prst="teardrop">
          <a:avLst>
            <a:gd name="adj" fmla="val 11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DD44C-F5E4-49AD-B1D9-346B8B8AEE8F}">
      <dsp:nvSpPr>
        <dsp:cNvPr id="0" name=""/>
        <dsp:cNvSpPr/>
      </dsp:nvSpPr>
      <dsp:spPr>
        <a:xfrm>
          <a:off x="2998924" y="588147"/>
          <a:ext cx="272309" cy="272309"/>
        </a:xfrm>
        <a:prstGeom prst="donu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4261-183D-47F9-8E7E-BCFC5023A815}">
      <dsp:nvSpPr>
        <dsp:cNvPr id="0" name=""/>
        <dsp:cNvSpPr/>
      </dsp:nvSpPr>
      <dsp:spPr>
        <a:xfrm>
          <a:off x="3382633" y="972089"/>
          <a:ext cx="2403941" cy="141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114300" bIns="1714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j-lt"/>
            </a:rPr>
            <a:t>AC motors was invented by Nikola Tesla</a:t>
          </a:r>
        </a:p>
      </dsp:txBody>
      <dsp:txXfrm>
        <a:off x="3382633" y="972089"/>
        <a:ext cx="2403941" cy="1410482"/>
      </dsp:txXfrm>
    </dsp:sp>
    <dsp:sp modelId="{3DA36ABE-9810-4ED4-9A55-2905E7588D06}">
      <dsp:nvSpPr>
        <dsp:cNvPr id="0" name=""/>
        <dsp:cNvSpPr/>
      </dsp:nvSpPr>
      <dsp:spPr>
        <a:xfrm>
          <a:off x="3382633" y="476514"/>
          <a:ext cx="2403941" cy="4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>
              <a:latin typeface="+mj-lt"/>
            </a:rPr>
            <a:t>1888</a:t>
          </a:r>
          <a:endParaRPr lang="en-US" sz="1600" kern="1200">
            <a:latin typeface="+mj-lt"/>
          </a:endParaRPr>
        </a:p>
      </dsp:txBody>
      <dsp:txXfrm>
        <a:off x="3382633" y="476514"/>
        <a:ext cx="2403941" cy="495575"/>
      </dsp:txXfrm>
    </dsp:sp>
    <dsp:sp modelId="{4B9F5909-A57C-4893-9C8A-D5960FE9BE37}">
      <dsp:nvSpPr>
        <dsp:cNvPr id="0" name=""/>
        <dsp:cNvSpPr/>
      </dsp:nvSpPr>
      <dsp:spPr>
        <a:xfrm>
          <a:off x="3135079" y="972089"/>
          <a:ext cx="0" cy="1410482"/>
        </a:xfrm>
        <a:prstGeom prst="line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1B168-1DA5-4124-931F-A51FCB8EFC11}">
      <dsp:nvSpPr>
        <dsp:cNvPr id="0" name=""/>
        <dsp:cNvSpPr/>
      </dsp:nvSpPr>
      <dsp:spPr>
        <a:xfrm>
          <a:off x="3090753" y="2337970"/>
          <a:ext cx="89119" cy="89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CC4C6-DFBC-460C-A9ED-BEDA8CC682D4}">
      <dsp:nvSpPr>
        <dsp:cNvPr id="0" name=""/>
        <dsp:cNvSpPr/>
      </dsp:nvSpPr>
      <dsp:spPr>
        <a:xfrm rot="18900000">
          <a:off x="4402103" y="3865795"/>
          <a:ext cx="350093" cy="350093"/>
        </a:xfrm>
        <a:prstGeom prst="teardrop">
          <a:avLst>
            <a:gd name="adj" fmla="val 11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A82DA-B677-461B-A08D-337683480059}">
      <dsp:nvSpPr>
        <dsp:cNvPr id="0" name=""/>
        <dsp:cNvSpPr/>
      </dsp:nvSpPr>
      <dsp:spPr>
        <a:xfrm>
          <a:off x="4440995" y="3904688"/>
          <a:ext cx="272309" cy="272309"/>
        </a:xfrm>
        <a:prstGeom prst="donu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46913-A3FA-4470-A3E9-C64B0A13A62A}">
      <dsp:nvSpPr>
        <dsp:cNvPr id="0" name=""/>
        <dsp:cNvSpPr/>
      </dsp:nvSpPr>
      <dsp:spPr>
        <a:xfrm>
          <a:off x="4824704" y="2382572"/>
          <a:ext cx="2403941" cy="141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1450" rIns="0" bIns="11430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j-lt"/>
            </a:rPr>
            <a:t>Commercial 3-phase induction motor </a:t>
          </a:r>
        </a:p>
      </dsp:txBody>
      <dsp:txXfrm>
        <a:off x="4824704" y="2382572"/>
        <a:ext cx="2403941" cy="1410482"/>
      </dsp:txXfrm>
    </dsp:sp>
    <dsp:sp modelId="{6EC2FC68-E1B8-4274-8090-C2C96A4CD82C}">
      <dsp:nvSpPr>
        <dsp:cNvPr id="0" name=""/>
        <dsp:cNvSpPr/>
      </dsp:nvSpPr>
      <dsp:spPr>
        <a:xfrm>
          <a:off x="4824704" y="3793055"/>
          <a:ext cx="2403941" cy="4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>
              <a:latin typeface="+mj-lt"/>
            </a:rPr>
            <a:t>1896</a:t>
          </a:r>
          <a:endParaRPr lang="en-US" sz="1600" kern="1200">
            <a:latin typeface="+mj-lt"/>
          </a:endParaRPr>
        </a:p>
      </dsp:txBody>
      <dsp:txXfrm>
        <a:off x="4824704" y="3793055"/>
        <a:ext cx="2403941" cy="495575"/>
      </dsp:txXfrm>
    </dsp:sp>
    <dsp:sp modelId="{4F41BF23-550C-4E7F-977E-3D22E3AF7B51}">
      <dsp:nvSpPr>
        <dsp:cNvPr id="0" name=""/>
        <dsp:cNvSpPr/>
      </dsp:nvSpPr>
      <dsp:spPr>
        <a:xfrm>
          <a:off x="4577150" y="2382572"/>
          <a:ext cx="0" cy="1410482"/>
        </a:xfrm>
        <a:prstGeom prst="line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CF1E0-B1C4-4B10-A5EC-FD7EF0557E2D}">
      <dsp:nvSpPr>
        <dsp:cNvPr id="0" name=""/>
        <dsp:cNvSpPr/>
      </dsp:nvSpPr>
      <dsp:spPr>
        <a:xfrm>
          <a:off x="4532824" y="2337970"/>
          <a:ext cx="89119" cy="89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AC3E2-2A59-4321-92B1-F39BB0EA56DA}">
      <dsp:nvSpPr>
        <dsp:cNvPr id="0" name=""/>
        <dsp:cNvSpPr/>
      </dsp:nvSpPr>
      <dsp:spPr>
        <a:xfrm rot="8100000">
          <a:off x="5844174" y="549255"/>
          <a:ext cx="350093" cy="350093"/>
        </a:xfrm>
        <a:prstGeom prst="teardrop">
          <a:avLst>
            <a:gd name="adj" fmla="val 11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D5906-C467-4A00-A214-30D3655ED848}">
      <dsp:nvSpPr>
        <dsp:cNvPr id="0" name=""/>
        <dsp:cNvSpPr/>
      </dsp:nvSpPr>
      <dsp:spPr>
        <a:xfrm>
          <a:off x="5883066" y="588147"/>
          <a:ext cx="272309" cy="272309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BDDE3-5D47-4B01-B55B-D4B0A6145222}">
      <dsp:nvSpPr>
        <dsp:cNvPr id="0" name=""/>
        <dsp:cNvSpPr/>
      </dsp:nvSpPr>
      <dsp:spPr>
        <a:xfrm>
          <a:off x="6266775" y="972089"/>
          <a:ext cx="2403941" cy="141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114300" bIns="1714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+mj-lt"/>
            </a:rPr>
            <a:t>Advent of PE converters and High performance electric drives </a:t>
          </a:r>
        </a:p>
      </dsp:txBody>
      <dsp:txXfrm>
        <a:off x="6266775" y="972089"/>
        <a:ext cx="2403941" cy="1410482"/>
      </dsp:txXfrm>
    </dsp:sp>
    <dsp:sp modelId="{96531301-6B85-4DA1-B17F-61C40CF45EFA}">
      <dsp:nvSpPr>
        <dsp:cNvPr id="0" name=""/>
        <dsp:cNvSpPr/>
      </dsp:nvSpPr>
      <dsp:spPr>
        <a:xfrm>
          <a:off x="6266775" y="476514"/>
          <a:ext cx="2403941" cy="4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>
              <a:latin typeface="+mj-lt"/>
            </a:rPr>
            <a:t>1960s-1970s</a:t>
          </a:r>
        </a:p>
      </dsp:txBody>
      <dsp:txXfrm>
        <a:off x="6266775" y="476514"/>
        <a:ext cx="2403941" cy="495575"/>
      </dsp:txXfrm>
    </dsp:sp>
    <dsp:sp modelId="{F420519B-C0A3-4E37-847C-F36AB79A50E5}">
      <dsp:nvSpPr>
        <dsp:cNvPr id="0" name=""/>
        <dsp:cNvSpPr/>
      </dsp:nvSpPr>
      <dsp:spPr>
        <a:xfrm>
          <a:off x="6019221" y="972089"/>
          <a:ext cx="0" cy="141048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04E95A-1102-42E2-8503-16948CAB4822}">
      <dsp:nvSpPr>
        <dsp:cNvPr id="0" name=""/>
        <dsp:cNvSpPr/>
      </dsp:nvSpPr>
      <dsp:spPr>
        <a:xfrm>
          <a:off x="5974895" y="2337970"/>
          <a:ext cx="89119" cy="89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E8FD0-74F6-4E01-83FC-18BC8288835C}">
      <dsp:nvSpPr>
        <dsp:cNvPr id="0" name=""/>
        <dsp:cNvSpPr/>
      </dsp:nvSpPr>
      <dsp:spPr>
        <a:xfrm>
          <a:off x="66199" y="2327902"/>
          <a:ext cx="1195854" cy="6432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Electric Motors</a:t>
          </a:r>
        </a:p>
      </dsp:txBody>
      <dsp:txXfrm>
        <a:off x="85038" y="2346741"/>
        <a:ext cx="1158176" cy="605534"/>
      </dsp:txXfrm>
    </dsp:sp>
    <dsp:sp modelId="{05C1253F-B31D-4CD6-AACF-03BB35D1B27A}">
      <dsp:nvSpPr>
        <dsp:cNvPr id="0" name=""/>
        <dsp:cNvSpPr/>
      </dsp:nvSpPr>
      <dsp:spPr>
        <a:xfrm rot="17118173">
          <a:off x="771656" y="1999875"/>
          <a:ext cx="1332460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1332460" y="702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1404575" y="1973588"/>
        <a:ext cx="66623" cy="66623"/>
      </dsp:txXfrm>
    </dsp:sp>
    <dsp:sp modelId="{EF0822F7-09DC-4FF4-BD9E-3B30160573B7}">
      <dsp:nvSpPr>
        <dsp:cNvPr id="0" name=""/>
        <dsp:cNvSpPr/>
      </dsp:nvSpPr>
      <dsp:spPr>
        <a:xfrm>
          <a:off x="1613719" y="1144500"/>
          <a:ext cx="1274056" cy="4395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rPr>
            <a:t>DC Motors</a:t>
          </a:r>
        </a:p>
      </dsp:txBody>
      <dsp:txXfrm>
        <a:off x="1626594" y="1157375"/>
        <a:ext cx="1248306" cy="413831"/>
      </dsp:txXfrm>
    </dsp:sp>
    <dsp:sp modelId="{B8F080FC-E8D6-4F0A-AF2E-E3C31D073041}">
      <dsp:nvSpPr>
        <dsp:cNvPr id="0" name=""/>
        <dsp:cNvSpPr/>
      </dsp:nvSpPr>
      <dsp:spPr>
        <a:xfrm rot="17945813">
          <a:off x="2702026" y="1041318"/>
          <a:ext cx="723162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723162" y="702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3045528" y="1030263"/>
        <a:ext cx="36158" cy="36158"/>
      </dsp:txXfrm>
    </dsp:sp>
    <dsp:sp modelId="{84E2BBB4-D7E0-4F26-A476-FC83F795CBB6}">
      <dsp:nvSpPr>
        <dsp:cNvPr id="0" name=""/>
        <dsp:cNvSpPr/>
      </dsp:nvSpPr>
      <dsp:spPr>
        <a:xfrm>
          <a:off x="3239440" y="416791"/>
          <a:ext cx="1461010" cy="6312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Self-excited</a:t>
          </a:r>
        </a:p>
      </dsp:txBody>
      <dsp:txXfrm>
        <a:off x="3257927" y="435278"/>
        <a:ext cx="1424036" cy="594229"/>
      </dsp:txXfrm>
    </dsp:sp>
    <dsp:sp modelId="{CE033DA4-FC27-44F8-A741-D78D7AAC8690}">
      <dsp:nvSpPr>
        <dsp:cNvPr id="0" name=""/>
        <dsp:cNvSpPr/>
      </dsp:nvSpPr>
      <dsp:spPr>
        <a:xfrm rot="18289469">
          <a:off x="4568379" y="472609"/>
          <a:ext cx="615806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615806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860887" y="464239"/>
        <a:ext cx="30790" cy="30790"/>
      </dsp:txXfrm>
    </dsp:sp>
    <dsp:sp modelId="{101167FC-53A8-4448-B2BF-55D57B6C34D3}">
      <dsp:nvSpPr>
        <dsp:cNvPr id="0" name=""/>
        <dsp:cNvSpPr/>
      </dsp:nvSpPr>
      <dsp:spPr>
        <a:xfrm>
          <a:off x="5052115" y="7084"/>
          <a:ext cx="1803435" cy="4395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Compound</a:t>
          </a:r>
        </a:p>
      </dsp:txBody>
      <dsp:txXfrm>
        <a:off x="5064990" y="19959"/>
        <a:ext cx="1777685" cy="413831"/>
      </dsp:txXfrm>
    </dsp:sp>
    <dsp:sp modelId="{87A80AD4-1B80-4707-AE48-05FD28EC55BD}">
      <dsp:nvSpPr>
        <dsp:cNvPr id="0" name=""/>
        <dsp:cNvSpPr/>
      </dsp:nvSpPr>
      <dsp:spPr>
        <a:xfrm>
          <a:off x="4700450" y="725369"/>
          <a:ext cx="351665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351665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867491" y="723601"/>
        <a:ext cx="17583" cy="17583"/>
      </dsp:txXfrm>
    </dsp:sp>
    <dsp:sp modelId="{2973A3A6-90ED-42BF-9C7E-FAAE738D05DC}">
      <dsp:nvSpPr>
        <dsp:cNvPr id="0" name=""/>
        <dsp:cNvSpPr/>
      </dsp:nvSpPr>
      <dsp:spPr>
        <a:xfrm>
          <a:off x="5052115" y="512602"/>
          <a:ext cx="1803435" cy="4395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Series</a:t>
          </a:r>
        </a:p>
      </dsp:txBody>
      <dsp:txXfrm>
        <a:off x="5064990" y="525477"/>
        <a:ext cx="1777685" cy="413831"/>
      </dsp:txXfrm>
    </dsp:sp>
    <dsp:sp modelId="{C1E53AD2-E1FB-4A9B-B841-097DDBD990B1}">
      <dsp:nvSpPr>
        <dsp:cNvPr id="0" name=""/>
        <dsp:cNvSpPr/>
      </dsp:nvSpPr>
      <dsp:spPr>
        <a:xfrm rot="3310531">
          <a:off x="4568379" y="978128"/>
          <a:ext cx="615806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615806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860887" y="969757"/>
        <a:ext cx="30790" cy="30790"/>
      </dsp:txXfrm>
    </dsp:sp>
    <dsp:sp modelId="{66B87E9B-2E2D-4E11-B6A2-AC010D101A4D}">
      <dsp:nvSpPr>
        <dsp:cNvPr id="0" name=""/>
        <dsp:cNvSpPr/>
      </dsp:nvSpPr>
      <dsp:spPr>
        <a:xfrm>
          <a:off x="5052115" y="1018121"/>
          <a:ext cx="1803435" cy="4395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Shunt</a:t>
          </a:r>
        </a:p>
      </dsp:txBody>
      <dsp:txXfrm>
        <a:off x="5064990" y="1030996"/>
        <a:ext cx="1777685" cy="413831"/>
      </dsp:txXfrm>
    </dsp:sp>
    <dsp:sp modelId="{847F1C97-CCF7-48A1-A9E3-1107B9DBE11E}">
      <dsp:nvSpPr>
        <dsp:cNvPr id="0" name=""/>
        <dsp:cNvSpPr/>
      </dsp:nvSpPr>
      <dsp:spPr>
        <a:xfrm rot="3654187">
          <a:off x="2702026" y="1673216"/>
          <a:ext cx="723162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723162" y="702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3045528" y="1662161"/>
        <a:ext cx="36158" cy="36158"/>
      </dsp:txXfrm>
    </dsp:sp>
    <dsp:sp modelId="{0AA804F9-0C40-4072-A4A2-A6FD3F24EAE4}">
      <dsp:nvSpPr>
        <dsp:cNvPr id="0" name=""/>
        <dsp:cNvSpPr/>
      </dsp:nvSpPr>
      <dsp:spPr>
        <a:xfrm>
          <a:off x="3239440" y="1680587"/>
          <a:ext cx="1461010" cy="6312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Separately excited</a:t>
          </a:r>
        </a:p>
      </dsp:txBody>
      <dsp:txXfrm>
        <a:off x="3257927" y="1699074"/>
        <a:ext cx="1424036" cy="594229"/>
      </dsp:txXfrm>
    </dsp:sp>
    <dsp:sp modelId="{DD4977EA-21E7-4AF5-AE6F-F6BC955EFC51}">
      <dsp:nvSpPr>
        <dsp:cNvPr id="0" name=""/>
        <dsp:cNvSpPr/>
      </dsp:nvSpPr>
      <dsp:spPr>
        <a:xfrm rot="19457599">
          <a:off x="4659744" y="1862785"/>
          <a:ext cx="433076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433076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865455" y="1858983"/>
        <a:ext cx="21653" cy="21653"/>
      </dsp:txXfrm>
    </dsp:sp>
    <dsp:sp modelId="{9B143A75-0472-4BF7-8EBD-13CEBDF073DB}">
      <dsp:nvSpPr>
        <dsp:cNvPr id="0" name=""/>
        <dsp:cNvSpPr/>
      </dsp:nvSpPr>
      <dsp:spPr>
        <a:xfrm>
          <a:off x="5052115" y="1523639"/>
          <a:ext cx="1803435" cy="4395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PM excited</a:t>
          </a:r>
        </a:p>
      </dsp:txBody>
      <dsp:txXfrm>
        <a:off x="5064990" y="1536514"/>
        <a:ext cx="1777685" cy="413831"/>
      </dsp:txXfrm>
    </dsp:sp>
    <dsp:sp modelId="{04E1164B-53C3-43C2-808E-F3AE7565C389}">
      <dsp:nvSpPr>
        <dsp:cNvPr id="0" name=""/>
        <dsp:cNvSpPr/>
      </dsp:nvSpPr>
      <dsp:spPr>
        <a:xfrm rot="2142401">
          <a:off x="4659744" y="2115545"/>
          <a:ext cx="433076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433076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865455" y="2111742"/>
        <a:ext cx="21653" cy="21653"/>
      </dsp:txXfrm>
    </dsp:sp>
    <dsp:sp modelId="{D5D7B7EE-3CC4-4785-809B-72E3031A944E}">
      <dsp:nvSpPr>
        <dsp:cNvPr id="0" name=""/>
        <dsp:cNvSpPr/>
      </dsp:nvSpPr>
      <dsp:spPr>
        <a:xfrm>
          <a:off x="5052115" y="2029158"/>
          <a:ext cx="1803435" cy="43958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Wound field</a:t>
          </a:r>
        </a:p>
      </dsp:txBody>
      <dsp:txXfrm>
        <a:off x="5064990" y="2042033"/>
        <a:ext cx="1777685" cy="413831"/>
      </dsp:txXfrm>
    </dsp:sp>
    <dsp:sp modelId="{1C78C062-87E1-4C89-87D5-1B7E35D2F468}">
      <dsp:nvSpPr>
        <dsp:cNvPr id="0" name=""/>
        <dsp:cNvSpPr/>
      </dsp:nvSpPr>
      <dsp:spPr>
        <a:xfrm rot="4481827">
          <a:off x="771656" y="3285092"/>
          <a:ext cx="1332460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1332460" y="702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1404575" y="3258805"/>
        <a:ext cx="66623" cy="66623"/>
      </dsp:txXfrm>
    </dsp:sp>
    <dsp:sp modelId="{9C8317C8-55D8-4981-8EF9-C289ECED5E4D}">
      <dsp:nvSpPr>
        <dsp:cNvPr id="0" name=""/>
        <dsp:cNvSpPr/>
      </dsp:nvSpPr>
      <dsp:spPr>
        <a:xfrm>
          <a:off x="1613719" y="3714935"/>
          <a:ext cx="1274056" cy="4395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rPr>
            <a:t>AC Motors</a:t>
          </a:r>
        </a:p>
      </dsp:txBody>
      <dsp:txXfrm>
        <a:off x="1626594" y="3727810"/>
        <a:ext cx="1248306" cy="413831"/>
      </dsp:txXfrm>
    </dsp:sp>
    <dsp:sp modelId="{03D10DFD-BE43-42A4-86CC-E72DB03DC8E0}">
      <dsp:nvSpPr>
        <dsp:cNvPr id="0" name=""/>
        <dsp:cNvSpPr/>
      </dsp:nvSpPr>
      <dsp:spPr>
        <a:xfrm rot="17641252">
          <a:off x="2631660" y="3533161"/>
          <a:ext cx="863894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863894" y="702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3042010" y="3518588"/>
        <a:ext cx="43194" cy="43194"/>
      </dsp:txXfrm>
    </dsp:sp>
    <dsp:sp modelId="{76478B49-A2E7-4635-959D-D914D215DDBD}">
      <dsp:nvSpPr>
        <dsp:cNvPr id="0" name=""/>
        <dsp:cNvSpPr/>
      </dsp:nvSpPr>
      <dsp:spPr>
        <a:xfrm>
          <a:off x="3239440" y="2830044"/>
          <a:ext cx="1461010" cy="6312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Induction motors</a:t>
          </a:r>
        </a:p>
      </dsp:txBody>
      <dsp:txXfrm>
        <a:off x="3257927" y="2848531"/>
        <a:ext cx="1424036" cy="594229"/>
      </dsp:txXfrm>
    </dsp:sp>
    <dsp:sp modelId="{2402F175-F044-4C71-9352-6C2E4AA98C4C}">
      <dsp:nvSpPr>
        <dsp:cNvPr id="0" name=""/>
        <dsp:cNvSpPr/>
      </dsp:nvSpPr>
      <dsp:spPr>
        <a:xfrm rot="18717309">
          <a:off x="4613276" y="2943032"/>
          <a:ext cx="526012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526012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4863132" y="2936906"/>
        <a:ext cx="26300" cy="26300"/>
      </dsp:txXfrm>
    </dsp:sp>
    <dsp:sp modelId="{E84119E8-8670-4267-B96E-7C4DA9E625CC}">
      <dsp:nvSpPr>
        <dsp:cNvPr id="0" name=""/>
        <dsp:cNvSpPr/>
      </dsp:nvSpPr>
      <dsp:spPr>
        <a:xfrm>
          <a:off x="5052115" y="2534676"/>
          <a:ext cx="1803435" cy="4395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Wound rotor</a:t>
          </a:r>
        </a:p>
      </dsp:txBody>
      <dsp:txXfrm>
        <a:off x="5064990" y="2547551"/>
        <a:ext cx="1777685" cy="413831"/>
      </dsp:txXfrm>
    </dsp:sp>
    <dsp:sp modelId="{5BF4FE20-1E03-4533-8B32-F7F307DB8603}">
      <dsp:nvSpPr>
        <dsp:cNvPr id="0" name=""/>
        <dsp:cNvSpPr/>
      </dsp:nvSpPr>
      <dsp:spPr>
        <a:xfrm rot="2142401">
          <a:off x="4659744" y="3265001"/>
          <a:ext cx="433076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433076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4865455" y="3261199"/>
        <a:ext cx="21653" cy="21653"/>
      </dsp:txXfrm>
    </dsp:sp>
    <dsp:sp modelId="{D503D316-BAFB-4364-9D55-BA311F479AC7}">
      <dsp:nvSpPr>
        <dsp:cNvPr id="0" name=""/>
        <dsp:cNvSpPr/>
      </dsp:nvSpPr>
      <dsp:spPr>
        <a:xfrm>
          <a:off x="5052115" y="3040195"/>
          <a:ext cx="1803435" cy="71642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Squirrel cage rotor</a:t>
          </a:r>
        </a:p>
      </dsp:txBody>
      <dsp:txXfrm>
        <a:off x="5073098" y="3061178"/>
        <a:ext cx="1761469" cy="674454"/>
      </dsp:txXfrm>
    </dsp:sp>
    <dsp:sp modelId="{EAD95B1B-EECC-4F77-ACA0-995D7C045B4F}">
      <dsp:nvSpPr>
        <dsp:cNvPr id="0" name=""/>
        <dsp:cNvSpPr/>
      </dsp:nvSpPr>
      <dsp:spPr>
        <a:xfrm rot="3958748">
          <a:off x="2631660" y="4322241"/>
          <a:ext cx="863894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863894" y="702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3042010" y="4307668"/>
        <a:ext cx="43194" cy="43194"/>
      </dsp:txXfrm>
    </dsp:sp>
    <dsp:sp modelId="{9F695281-3C00-424D-A94F-D66ABED61217}">
      <dsp:nvSpPr>
        <dsp:cNvPr id="0" name=""/>
        <dsp:cNvSpPr/>
      </dsp:nvSpPr>
      <dsp:spPr>
        <a:xfrm>
          <a:off x="3239440" y="4408203"/>
          <a:ext cx="1461010" cy="6312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Synchronous motors</a:t>
          </a:r>
        </a:p>
      </dsp:txBody>
      <dsp:txXfrm>
        <a:off x="3257927" y="4426690"/>
        <a:ext cx="1424036" cy="594229"/>
      </dsp:txXfrm>
    </dsp:sp>
    <dsp:sp modelId="{F6E2BE06-E2DF-47C4-8667-26959788FC55}">
      <dsp:nvSpPr>
        <dsp:cNvPr id="0" name=""/>
        <dsp:cNvSpPr/>
      </dsp:nvSpPr>
      <dsp:spPr>
        <a:xfrm rot="17837748">
          <a:off x="4492858" y="4376050"/>
          <a:ext cx="766848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766848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857111" y="4363903"/>
        <a:ext cx="38342" cy="38342"/>
      </dsp:txXfrm>
    </dsp:sp>
    <dsp:sp modelId="{7C8A5670-88C8-4FC3-A5B7-86A74A21C541}">
      <dsp:nvSpPr>
        <dsp:cNvPr id="0" name=""/>
        <dsp:cNvSpPr/>
      </dsp:nvSpPr>
      <dsp:spPr>
        <a:xfrm>
          <a:off x="5052115" y="3822553"/>
          <a:ext cx="1803435" cy="4395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Wound field</a:t>
          </a:r>
        </a:p>
      </dsp:txBody>
      <dsp:txXfrm>
        <a:off x="5064990" y="3835428"/>
        <a:ext cx="1777685" cy="413831"/>
      </dsp:txXfrm>
    </dsp:sp>
    <dsp:sp modelId="{258CE94E-1C4D-41E4-AD49-F35E8B14C37B}">
      <dsp:nvSpPr>
        <dsp:cNvPr id="0" name=""/>
        <dsp:cNvSpPr/>
      </dsp:nvSpPr>
      <dsp:spPr>
        <a:xfrm rot="20005238">
          <a:off x="4679671" y="4628809"/>
          <a:ext cx="393222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393222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4866452" y="4626003"/>
        <a:ext cx="19661" cy="19661"/>
      </dsp:txXfrm>
    </dsp:sp>
    <dsp:sp modelId="{31775F2D-E2F2-4B3A-92F5-1F777BFD82EA}">
      <dsp:nvSpPr>
        <dsp:cNvPr id="0" name=""/>
        <dsp:cNvSpPr/>
      </dsp:nvSpPr>
      <dsp:spPr>
        <a:xfrm>
          <a:off x="5052115" y="4328071"/>
          <a:ext cx="1803435" cy="43958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PM motors</a:t>
          </a:r>
        </a:p>
      </dsp:txBody>
      <dsp:txXfrm>
        <a:off x="5064990" y="4340946"/>
        <a:ext cx="1777685" cy="413831"/>
      </dsp:txXfrm>
    </dsp:sp>
    <dsp:sp modelId="{221C9FFA-905F-403D-B84F-0B9B6AC6D03E}">
      <dsp:nvSpPr>
        <dsp:cNvPr id="0" name=""/>
        <dsp:cNvSpPr/>
      </dsp:nvSpPr>
      <dsp:spPr>
        <a:xfrm rot="18894594">
          <a:off x="6782326" y="4364451"/>
          <a:ext cx="498113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498113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7018930" y="4359023"/>
        <a:ext cx="24905" cy="24905"/>
      </dsp:txXfrm>
    </dsp:sp>
    <dsp:sp modelId="{2777ABD2-BDDF-43DE-9381-7414C42A8E14}">
      <dsp:nvSpPr>
        <dsp:cNvPr id="0" name=""/>
        <dsp:cNvSpPr/>
      </dsp:nvSpPr>
      <dsp:spPr>
        <a:xfrm>
          <a:off x="7207215" y="3975299"/>
          <a:ext cx="1461010" cy="43958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BLDC</a:t>
          </a:r>
        </a:p>
      </dsp:txBody>
      <dsp:txXfrm>
        <a:off x="7220090" y="3988174"/>
        <a:ext cx="1435260" cy="413831"/>
      </dsp:txXfrm>
    </dsp:sp>
    <dsp:sp modelId="{3EA84D26-267A-42A7-92E7-43A3AB72FF90}">
      <dsp:nvSpPr>
        <dsp:cNvPr id="0" name=""/>
        <dsp:cNvSpPr/>
      </dsp:nvSpPr>
      <dsp:spPr>
        <a:xfrm rot="2142401">
          <a:off x="6814844" y="4667217"/>
          <a:ext cx="433076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433076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7020556" y="4663415"/>
        <a:ext cx="21653" cy="21653"/>
      </dsp:txXfrm>
    </dsp:sp>
    <dsp:sp modelId="{8A3EBF02-BC8C-41C5-8E8A-0DFC5DB12583}">
      <dsp:nvSpPr>
        <dsp:cNvPr id="0" name=""/>
        <dsp:cNvSpPr/>
      </dsp:nvSpPr>
      <dsp:spPr>
        <a:xfrm>
          <a:off x="7207215" y="4480817"/>
          <a:ext cx="1461010" cy="63960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BLAC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(IPM, SPM)</a:t>
          </a:r>
        </a:p>
      </dsp:txBody>
      <dsp:txXfrm>
        <a:off x="7225948" y="4499550"/>
        <a:ext cx="1423544" cy="602142"/>
      </dsp:txXfrm>
    </dsp:sp>
    <dsp:sp modelId="{1B404118-E015-4EE7-8C68-4D4B7CA4E619}">
      <dsp:nvSpPr>
        <dsp:cNvPr id="0" name=""/>
        <dsp:cNvSpPr/>
      </dsp:nvSpPr>
      <dsp:spPr>
        <a:xfrm rot="3310531">
          <a:off x="4568379" y="4969539"/>
          <a:ext cx="615806" cy="14048"/>
        </a:xfrm>
        <a:custGeom>
          <a:avLst/>
          <a:gdLst/>
          <a:ahLst/>
          <a:cxnLst/>
          <a:rect l="0" t="0" r="0" b="0"/>
          <a:pathLst>
            <a:path>
              <a:moveTo>
                <a:pt x="0" y="7024"/>
              </a:moveTo>
              <a:lnTo>
                <a:pt x="615806" y="702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Bahnschrift SemiLight" panose="020B0502040204020203" pitchFamily="34" charset="0"/>
          </a:endParaRPr>
        </a:p>
      </dsp:txBody>
      <dsp:txXfrm>
        <a:off x="4860887" y="4961169"/>
        <a:ext cx="30790" cy="30790"/>
      </dsp:txXfrm>
    </dsp:sp>
    <dsp:sp modelId="{AE4A9C49-8D1C-4185-B3A0-0F217CD191F8}">
      <dsp:nvSpPr>
        <dsp:cNvPr id="0" name=""/>
        <dsp:cNvSpPr/>
      </dsp:nvSpPr>
      <dsp:spPr>
        <a:xfrm>
          <a:off x="5052115" y="4833590"/>
          <a:ext cx="1803435" cy="7914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Bahnschrift SemiLight" panose="020B0502040204020203" pitchFamily="34" charset="0"/>
            </a:rPr>
            <a:t>Switch-reluctance motors</a:t>
          </a:r>
        </a:p>
      </dsp:txBody>
      <dsp:txXfrm>
        <a:off x="5075296" y="4856771"/>
        <a:ext cx="1757073" cy="745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E77DFA0-9F5B-4212-BF99-A7F432A350FC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6C6FDCA-184E-416A-880F-EB8F545B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0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>
                <a:sym typeface="Wingdings" panose="05000000000000000000" pitchFamily="2" charset="2"/>
              </a:rPr>
              <a:t>Examination waiver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 submit a report instead</a:t>
            </a:r>
            <a:endParaRPr lang="en-US"/>
          </a:p>
          <a:p>
            <a:pPr lvl="2"/>
            <a:r>
              <a:rPr lang="en-US">
                <a:sym typeface="Wingdings" panose="05000000000000000000" pitchFamily="2" charset="2"/>
              </a:rPr>
              <a:t>Excellent simulation/experimental results</a:t>
            </a:r>
          </a:p>
          <a:p>
            <a:pPr lvl="2"/>
            <a:r>
              <a:rPr lang="en-US"/>
              <a:t>Prized at the Student Research Competition</a:t>
            </a:r>
          </a:p>
          <a:p>
            <a:pPr lvl="2"/>
            <a:r>
              <a:rPr lang="en-US"/>
              <a:t>Co-authoring in a scientific paper (journal/conference)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78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84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94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78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3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12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39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52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18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90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100"/>
              <a:t>Q = 50000/3600 kg/s</a:t>
            </a:r>
          </a:p>
          <a:p>
            <a:r>
              <a:rPr lang="en-US" sz="2100"/>
              <a:t>Q/v = 50000/3600 kg/m</a:t>
            </a:r>
          </a:p>
          <a:p>
            <a:r>
              <a:rPr lang="en-US" sz="2100"/>
              <a:t>M = LQ/v = 180*50000/3600 = 2500 kg</a:t>
            </a:r>
          </a:p>
          <a:p>
            <a:r>
              <a:rPr lang="en-US" sz="2100"/>
              <a:t>w = 960 / 60*2pi = 32 pi [rad/s]</a:t>
            </a:r>
          </a:p>
          <a:p>
            <a:r>
              <a:rPr lang="en-US" sz="2100"/>
              <a:t>J’ = 2500*(1/32/pi)^2 = 0.247 kg.m2</a:t>
            </a:r>
          </a:p>
          <a:p>
            <a:endParaRPr lang="en-US" sz="2100"/>
          </a:p>
          <a:p>
            <a:r>
              <a:rPr lang="en-US" sz="2100"/>
              <a:t>T-TL = </a:t>
            </a:r>
            <a:r>
              <a:rPr lang="en-US" sz="2100" err="1"/>
              <a:t>Jdw</a:t>
            </a:r>
            <a:r>
              <a:rPr lang="en-US" sz="2100"/>
              <a:t>/dt </a:t>
            </a:r>
            <a:r>
              <a:rPr lang="en-US" sz="2100">
                <a:sym typeface="Wingdings" panose="05000000000000000000" pitchFamily="2" charset="2"/>
              </a:rPr>
              <a:t>= 0.247 * (-32pi)/10 = -2.5 Nm</a:t>
            </a:r>
          </a:p>
          <a:p>
            <a:r>
              <a:rPr lang="en-US" sz="2100">
                <a:sym typeface="Wingdings" panose="05000000000000000000" pitchFamily="2" charset="2"/>
              </a:rPr>
              <a:t>TL = </a:t>
            </a:r>
            <a:r>
              <a:rPr lang="en-US" sz="2100" err="1">
                <a:sym typeface="Wingdings" panose="05000000000000000000" pitchFamily="2" charset="2"/>
              </a:rPr>
              <a:t>Mgv</a:t>
            </a:r>
            <a:r>
              <a:rPr lang="en-US" sz="2100">
                <a:sym typeface="Wingdings" panose="05000000000000000000" pitchFamily="2" charset="2"/>
              </a:rPr>
              <a:t>/w/eta = 2500*10*1/32/pi = 248.7 Nm</a:t>
            </a:r>
          </a:p>
          <a:p>
            <a:r>
              <a:rPr lang="en-US" sz="2100">
                <a:sym typeface="Wingdings" panose="05000000000000000000" pitchFamily="2" charset="2"/>
              </a:rPr>
              <a:t>TM = 248.7 – 2.5 = 246.2 Nm</a:t>
            </a:r>
            <a:endParaRPr lang="en-US" sz="2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2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-11738"/>
            <a:ext cx="9144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475" y="1049562"/>
            <a:ext cx="8229181" cy="3550578"/>
          </a:xfrm>
        </p:spPr>
        <p:txBody>
          <a:bodyPr anchor="ctr"/>
          <a:lstStyle>
            <a:lvl1pPr algn="ctr">
              <a:defRPr sz="6000" b="1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475" y="4744715"/>
            <a:ext cx="822918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0" y="97727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cxnSpLocks/>
          </p:cNvCxnSpPr>
          <p:nvPr/>
        </p:nvCxnSpPr>
        <p:spPr>
          <a:xfrm>
            <a:off x="0" y="467242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Viện Điện">
            <a:extLst>
              <a:ext uri="{FF2B5EF4-FFF2-40B4-BE49-F238E27FC236}">
                <a16:creationId xmlns:a16="http://schemas.microsoft.com/office/drawing/2014/main" id="{37261768-3EFD-4D77-8B66-07DB83A44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738"/>
            <a:ext cx="9144000" cy="98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80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78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8"/>
            <a:ext cx="9144000" cy="287215"/>
          </a:xfrm>
          <a:prstGeom prst="rect">
            <a:avLst/>
          </a:prstGeom>
          <a:gradFill>
            <a:gsLst>
              <a:gs pos="50000">
                <a:srgbClr val="C00000"/>
              </a:gs>
              <a:gs pos="0">
                <a:srgbClr val="5C0000"/>
              </a:gs>
              <a:gs pos="100000">
                <a:srgbClr val="5C000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latin typeface="Asana" panose="02000603000000000000" pitchFamily="2" charset="0"/>
              <a:ea typeface="Asana" panose="02000603000000000000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88"/>
            <a:ext cx="20574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51A1849-AD6A-4FFA-BA38-64B86BE9B30E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0" y="6570788"/>
            <a:ext cx="37719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88"/>
            <a:ext cx="20574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4DB263-F578-4ADD-9AF0-19D468B08029}"/>
              </a:ext>
            </a:extLst>
          </p:cNvPr>
          <p:cNvGrpSpPr/>
          <p:nvPr/>
        </p:nvGrpSpPr>
        <p:grpSpPr>
          <a:xfrm>
            <a:off x="0" y="0"/>
            <a:ext cx="9144000" cy="666876"/>
            <a:chOff x="-2224194" y="662940"/>
            <a:chExt cx="16085332" cy="11350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10B6E0-E2A6-476D-B1BC-8AE08450F5AE}"/>
                </a:ext>
              </a:extLst>
            </p:cNvPr>
            <p:cNvSpPr/>
            <p:nvPr/>
          </p:nvSpPr>
          <p:spPr>
            <a:xfrm>
              <a:off x="-2224194" y="662940"/>
              <a:ext cx="16085332" cy="1135082"/>
            </a:xfrm>
            <a:prstGeom prst="rect">
              <a:avLst/>
            </a:prstGeom>
            <a:gradFill flip="none" rotWithShape="1">
              <a:gsLst>
                <a:gs pos="55000">
                  <a:srgbClr val="990033"/>
                </a:gs>
                <a:gs pos="0">
                  <a:srgbClr val="C00000"/>
                </a:gs>
                <a:gs pos="100000">
                  <a:srgbClr val="5C0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Pentagon 34">
              <a:extLst>
                <a:ext uri="{FF2B5EF4-FFF2-40B4-BE49-F238E27FC236}">
                  <a16:creationId xmlns:a16="http://schemas.microsoft.com/office/drawing/2014/main" id="{649778FA-9C2C-4886-873D-B9513BA64AC8}"/>
                </a:ext>
              </a:extLst>
            </p:cNvPr>
            <p:cNvSpPr/>
            <p:nvPr/>
          </p:nvSpPr>
          <p:spPr>
            <a:xfrm>
              <a:off x="-2224190" y="662940"/>
              <a:ext cx="1905999" cy="1135082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04850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4" name="Picture 2" descr="No photo description available.">
            <a:extLst>
              <a:ext uri="{FF2B5EF4-FFF2-40B4-BE49-F238E27FC236}">
                <a16:creationId xmlns:a16="http://schemas.microsoft.com/office/drawing/2014/main" id="{0B84D07F-719F-405C-A66A-0DEA4705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" y="-9061"/>
            <a:ext cx="806917" cy="8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79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601CAC-03B9-4BEE-BF89-E8994272CD0B}"/>
              </a:ext>
            </a:extLst>
          </p:cNvPr>
          <p:cNvSpPr/>
          <p:nvPr/>
        </p:nvSpPr>
        <p:spPr>
          <a:xfrm>
            <a:off x="-1" y="0"/>
            <a:ext cx="9144001" cy="769870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51000">
                <a:srgbClr val="990033"/>
              </a:gs>
              <a:gs pos="100000">
                <a:srgbClr val="5C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6753B3-8616-45EA-88C5-C4040828778A}"/>
              </a:ext>
            </a:extLst>
          </p:cNvPr>
          <p:cNvGrpSpPr/>
          <p:nvPr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DC59BA-E9B8-41DF-A1E9-6078B3204C06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5E758D-CCD0-451D-804D-2C41B434C9BA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9DD0E9-C986-4720-9055-3772E66D9F24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18BF1DB-28B3-422B-AE3E-751A065E7DC7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695C9C-5703-4A2A-8E9E-ABBCBACC18C5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B06F64-445A-4DB1-B9DE-EE4C6F70E8A4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05F5A12-FEE8-4142-8364-55764D779A4D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F9FE61-6F15-4537-A14F-3B835260A9B7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45C53D-9AA2-445E-9583-DC10E604DA33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3F849E-BAA4-46D3-B3DF-AB9FE4733F46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59B068-C409-40A9-98DA-12E409966E98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A30184B-6503-4500-B299-BFB88AD390EA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C9B6A7-2414-468E-B642-0A76B85B146C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A4A506-5A31-4641-9203-57EB128D6A11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2E0179-A485-4922-8E16-70297F288B94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1470294-BE52-4288-98D5-1794E01823A4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5F4160D-0EB8-4CB6-8412-2AE0EDB2189A}"/>
                </a:ext>
              </a:extLst>
            </p:cNvPr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22B2A1D-D7B9-4423-8507-D8DFF2B74D07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6FD677-2782-45CF-8FF9-80869A8C11E4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026DD0A-8DDF-4C0D-984F-4B1725D5F209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B9DC1BC-99D2-45DB-BBDE-D2B624C825F8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DAFC11C-A1E3-4B87-9571-C59830ABFBCC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EC8C003-C0D5-4AB5-A331-482C86F5DC1E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9389985-F167-4D21-BF9A-3DB49711CA8A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815240C5-766D-484E-8761-8F69F33E441E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8D700EDF-C466-42E1-ADF7-B2D2EB278E36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BE1F8E54-7770-4888-A195-4EAD0BCFAB3D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823A30E9-989F-4063-8D16-685B7688582E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2FDF9B1-5B03-44A0-8168-66EDBCC5832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B9B98BB-8B7A-4D4A-9C98-98C3FCCB864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A9231D8-52C8-4DA1-B292-207325D1E09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990E9B9-60B6-49C9-82E3-D5F5848D151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91DED4-3589-4845-B1E5-91F7C5B862D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A6C90-4610-42A5-B851-57E83C0A30A1}"/>
                </a:ext>
              </a:extLst>
            </p:cNvPr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466F00E-4B25-4399-B79B-7D38441F8EF9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36DD2F3-4DE7-454F-9591-C70043244D70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DE278B-E86A-4102-B1DE-805B2F04B4CF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2900731-59D9-4E8E-9863-F834C90C4D49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F4C4C7F-B14D-4107-A8B3-5B130970C030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BCBFB09-F076-4EAE-B828-9110D3A35330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244A454-38CF-49C8-AB3B-F65473389328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5ECDC3B-B51C-497F-B007-2B54AB949F3D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CE3A622-0DAE-464D-8662-BFB85ED01057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B78F5001-C16E-40FC-B408-8FBD83AA09B7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3FD5AF6-6155-44A2-A21C-4095F88773A5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257EE55-AABB-49A7-A9D1-0BE4826A58C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9827082-056F-45D1-9C61-7B4276346A1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B1A129C-D707-48CF-BFFD-632EECFE28D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F53A266-522A-43AB-A7BF-6497864D0B5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0CF6BF0-EAE2-46F0-85B5-9C35DD86921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entagon 12">
            <a:extLst>
              <a:ext uri="{FF2B5EF4-FFF2-40B4-BE49-F238E27FC236}">
                <a16:creationId xmlns:a16="http://schemas.microsoft.com/office/drawing/2014/main" id="{1A5726DB-7AF7-49E1-A7CF-AD38678A1731}"/>
              </a:ext>
            </a:extLst>
          </p:cNvPr>
          <p:cNvSpPr/>
          <p:nvPr/>
        </p:nvSpPr>
        <p:spPr>
          <a:xfrm>
            <a:off x="3" y="544"/>
            <a:ext cx="1290178" cy="769326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D5957A-A976-42D9-B951-F11815A0F70D}"/>
              </a:ext>
            </a:extLst>
          </p:cNvPr>
          <p:cNvCxnSpPr>
            <a:cxnSpLocks/>
          </p:cNvCxnSpPr>
          <p:nvPr/>
        </p:nvCxnSpPr>
        <p:spPr>
          <a:xfrm>
            <a:off x="0" y="807489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No photo description available.">
            <a:extLst>
              <a:ext uri="{FF2B5EF4-FFF2-40B4-BE49-F238E27FC236}">
                <a16:creationId xmlns:a16="http://schemas.microsoft.com/office/drawing/2014/main" id="{E26C7887-00E9-4D34-80D8-4E6A83844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6" y="0"/>
            <a:ext cx="769870" cy="76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28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A5809-5FC1-4CBA-80B6-208794B6BAB7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2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826FC-2E46-467F-AFC5-8CE6E320F8B8}" type="datetime1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8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0353-4FA5-44DE-BFDA-723D1176DA1B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7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169-2236-4473-BF89-79353E1B981F}" type="datetime1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71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EF7C-36C4-4225-93A0-D910823E1750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7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AD111-713B-4138-9D96-7C5F916BCECF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1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EC3D-3613-45B6-A7A0-1BAE82D52CA4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1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3180-4973-456F-A1FB-262273C23109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2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841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2933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0D63-8F34-49D5-8AE8-B4D88EC95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2364262"/>
            <a:ext cx="7886700" cy="177937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4200" b="0">
                <a:solidFill>
                  <a:srgbClr val="C00000"/>
                </a:solidFill>
                <a:latin typeface="Lato Black" panose="020F0A02020204030203" pitchFamily="34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3" descr="Text&#10;&#10;Description automatically generated">
            <a:extLst>
              <a:ext uri="{FF2B5EF4-FFF2-40B4-BE49-F238E27FC236}">
                <a16:creationId xmlns:a16="http://schemas.microsoft.com/office/drawing/2014/main" id="{A9508D33-A340-4113-B719-47D69FBD03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41"/>
            <a:ext cx="2576374" cy="93621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D52D2AC-1BAF-4A4E-AB01-17B580006905}"/>
              </a:ext>
            </a:extLst>
          </p:cNvPr>
          <p:cNvSpPr txBox="1">
            <a:spLocks/>
          </p:cNvSpPr>
          <p:nvPr/>
        </p:nvSpPr>
        <p:spPr>
          <a:xfrm>
            <a:off x="628651" y="4006378"/>
            <a:ext cx="7886700" cy="15788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defRPr>
            </a:lvl1pPr>
          </a:lstStyle>
          <a:p>
            <a:endParaRPr lang="en-US" sz="3000" b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D25624-09E1-4026-8475-7A6A3D14EF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1923" y="4237510"/>
            <a:ext cx="6549081" cy="565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C00000"/>
                </a:solidFill>
                <a:latin typeface="+mj-lt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2342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fld id="{9A2D9366-405A-4562-91CD-04DE1A21DC2B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2"/>
            <a:ext cx="8673846" cy="581025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52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40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6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32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32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DD6B5-F542-405C-90AF-D00312D78C76}"/>
              </a:ext>
            </a:extLst>
          </p:cNvPr>
          <p:cNvSpPr/>
          <p:nvPr/>
        </p:nvSpPr>
        <p:spPr>
          <a:xfrm>
            <a:off x="517396" y="6309320"/>
            <a:ext cx="2392881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E0D151-6720-4FE9-AD91-713AC2B306A0}"/>
              </a:ext>
            </a:extLst>
          </p:cNvPr>
          <p:cNvCxnSpPr>
            <a:cxnSpLocks/>
          </p:cNvCxnSpPr>
          <p:nvPr/>
        </p:nvCxnSpPr>
        <p:spPr>
          <a:xfrm flipH="1">
            <a:off x="628650" y="6500957"/>
            <a:ext cx="8296134" cy="0"/>
          </a:xfrm>
          <a:prstGeom prst="line">
            <a:avLst/>
          </a:prstGeom>
          <a:ln w="38100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007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5106A0C-F78E-4A30-A493-C24E40C3D887}" type="datetime1">
              <a:rPr lang="en-US" smtClean="0"/>
              <a:t>4/1/2022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2940416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7AB2AEF9-FA73-45D3-A2A8-FFD412A9A334}" type="datetime1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  <a:latin typeface="Lato Black" panose="020F0A02020204030203" pitchFamily="34" charset="0"/>
                <a:ea typeface="Lato Black" panose="020F0A02020204030203" pitchFamily="34" charset="0"/>
                <a:cs typeface="Lato Black" panose="020F0A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764704"/>
            <a:ext cx="8674100" cy="547260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8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4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25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20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2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BE8CC94-07AB-4E9B-BA47-80F6C8E9C11D}" type="datetime1">
              <a:rPr lang="en-US" smtClean="0"/>
              <a:t>4/1/2022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43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BBA0DD0-038A-4CF0-BDA5-2C3812AD21F9}" type="datetime1">
              <a:rPr lang="en-US" smtClean="0"/>
              <a:t>4/1/2022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53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7512BDAF-06B2-4B2A-B1BA-6DD1B16FD0CD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48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3179-DF91-4A59-892A-7DE41EEF2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F0103-487E-421A-9B10-6ECECE88C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9" indent="0" algn="ctr">
              <a:buNone/>
              <a:defRPr sz="1500"/>
            </a:lvl2pPr>
            <a:lvl3pPr marL="685817" indent="0" algn="ctr">
              <a:buNone/>
              <a:defRPr sz="1350"/>
            </a:lvl3pPr>
            <a:lvl4pPr marL="1028726" indent="0" algn="ctr">
              <a:buNone/>
              <a:defRPr sz="1200"/>
            </a:lvl4pPr>
            <a:lvl5pPr marL="1371634" indent="0" algn="ctr">
              <a:buNone/>
              <a:defRPr sz="1200"/>
            </a:lvl5pPr>
            <a:lvl6pPr marL="1714543" indent="0" algn="ctr">
              <a:buNone/>
              <a:defRPr sz="1200"/>
            </a:lvl6pPr>
            <a:lvl7pPr marL="2057451" indent="0" algn="ctr">
              <a:buNone/>
              <a:defRPr sz="1200"/>
            </a:lvl7pPr>
            <a:lvl8pPr marL="2400360" indent="0" algn="ctr">
              <a:buNone/>
              <a:defRPr sz="1200"/>
            </a:lvl8pPr>
            <a:lvl9pPr marL="2743269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60598-E94A-4AED-9C3B-46BB46AE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D5-4F51-457C-A6E3-698ADD65451E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EFE59-1CEF-47F9-A3AA-A7233F2E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4C7B-68E0-472E-A873-827A0D6D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9C4-8563-484E-8289-CC77FCC48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255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81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259BDE9-B328-4B8C-B28B-6D0CA72B36BF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1" y="6570791"/>
            <a:ext cx="37719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61015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3630-065D-4764-AA4D-0261FDF19441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59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0B48-737F-437B-8729-3366884E8B4C}" type="datetime1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161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44F7-77FB-46E6-B339-8125B572B75E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16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4938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-11738"/>
            <a:ext cx="9144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476" y="1049562"/>
            <a:ext cx="8229181" cy="3550578"/>
          </a:xfrm>
        </p:spPr>
        <p:txBody>
          <a:bodyPr anchor="ctr"/>
          <a:lstStyle>
            <a:lvl1pPr algn="ctr">
              <a:defRPr sz="4500" b="1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476" y="4744718"/>
            <a:ext cx="8229181" cy="175308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 marL="342909" indent="0" algn="ctr">
              <a:buNone/>
              <a:defRPr sz="1500"/>
            </a:lvl2pPr>
            <a:lvl3pPr marL="685817" indent="0" algn="ctr">
              <a:buNone/>
              <a:defRPr sz="1350"/>
            </a:lvl3pPr>
            <a:lvl4pPr marL="1028726" indent="0" algn="ctr">
              <a:buNone/>
              <a:defRPr sz="1200"/>
            </a:lvl4pPr>
            <a:lvl5pPr marL="1371634" indent="0" algn="ctr">
              <a:buNone/>
              <a:defRPr sz="1200"/>
            </a:lvl5pPr>
            <a:lvl6pPr marL="1714543" indent="0" algn="ctr">
              <a:buNone/>
              <a:defRPr sz="1200"/>
            </a:lvl6pPr>
            <a:lvl7pPr marL="2057451" indent="0" algn="ctr">
              <a:buNone/>
              <a:defRPr sz="1200"/>
            </a:lvl7pPr>
            <a:lvl8pPr marL="2400360" indent="0" algn="ctr">
              <a:buNone/>
              <a:defRPr sz="1200"/>
            </a:lvl8pPr>
            <a:lvl9pPr marL="2743269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0" y="97727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cxnSpLocks/>
          </p:cNvCxnSpPr>
          <p:nvPr/>
        </p:nvCxnSpPr>
        <p:spPr>
          <a:xfrm>
            <a:off x="0" y="467242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Viện Điện">
            <a:extLst>
              <a:ext uri="{FF2B5EF4-FFF2-40B4-BE49-F238E27FC236}">
                <a16:creationId xmlns:a16="http://schemas.microsoft.com/office/drawing/2014/main" id="{37261768-3EFD-4D77-8B66-07DB83A44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738"/>
            <a:ext cx="9144000" cy="98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4149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81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6570791"/>
            <a:ext cx="9144000" cy="287215"/>
          </a:xfrm>
          <a:prstGeom prst="rect">
            <a:avLst/>
          </a:prstGeom>
          <a:gradFill>
            <a:gsLst>
              <a:gs pos="50000">
                <a:srgbClr val="C00000"/>
              </a:gs>
              <a:gs pos="0">
                <a:srgbClr val="5C0000"/>
              </a:gs>
              <a:gs pos="100000">
                <a:srgbClr val="5C000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endParaRPr lang="en-US" sz="2700" dirty="0">
              <a:latin typeface="Asana" panose="02000603000000000000" pitchFamily="2" charset="0"/>
              <a:ea typeface="Asana" panose="02000603000000000000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0A3954E1-B11D-4FC6-826E-73A69963D5CF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1" y="6570791"/>
            <a:ext cx="37719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4DB263-F578-4ADD-9AF0-19D468B08029}"/>
              </a:ext>
            </a:extLst>
          </p:cNvPr>
          <p:cNvGrpSpPr/>
          <p:nvPr/>
        </p:nvGrpSpPr>
        <p:grpSpPr>
          <a:xfrm>
            <a:off x="0" y="0"/>
            <a:ext cx="9144000" cy="666876"/>
            <a:chOff x="-2224194" y="662940"/>
            <a:chExt cx="16085332" cy="11350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10B6E0-E2A6-476D-B1BC-8AE08450F5AE}"/>
                </a:ext>
              </a:extLst>
            </p:cNvPr>
            <p:cNvSpPr/>
            <p:nvPr/>
          </p:nvSpPr>
          <p:spPr>
            <a:xfrm>
              <a:off x="-2224194" y="662940"/>
              <a:ext cx="16085332" cy="1135082"/>
            </a:xfrm>
            <a:prstGeom prst="rect">
              <a:avLst/>
            </a:prstGeom>
            <a:gradFill flip="none" rotWithShape="1">
              <a:gsLst>
                <a:gs pos="55000">
                  <a:srgbClr val="990033"/>
                </a:gs>
                <a:gs pos="0">
                  <a:srgbClr val="C00000"/>
                </a:gs>
                <a:gs pos="100000">
                  <a:srgbClr val="5C0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Pentagon 34">
              <a:extLst>
                <a:ext uri="{FF2B5EF4-FFF2-40B4-BE49-F238E27FC236}">
                  <a16:creationId xmlns:a16="http://schemas.microsoft.com/office/drawing/2014/main" id="{649778FA-9C2C-4886-873D-B9513BA64AC8}"/>
                </a:ext>
              </a:extLst>
            </p:cNvPr>
            <p:cNvSpPr/>
            <p:nvPr/>
          </p:nvSpPr>
          <p:spPr>
            <a:xfrm>
              <a:off x="-2224190" y="662940"/>
              <a:ext cx="1905999" cy="1135082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04850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14" name="Picture 2" descr="No photo description available.">
            <a:extLst>
              <a:ext uri="{FF2B5EF4-FFF2-40B4-BE49-F238E27FC236}">
                <a16:creationId xmlns:a16="http://schemas.microsoft.com/office/drawing/2014/main" id="{0B84D07F-719F-405C-A66A-0DEA4705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" y="-9061"/>
            <a:ext cx="806917" cy="8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72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601CAC-03B9-4BEE-BF89-E8994272CD0B}"/>
              </a:ext>
            </a:extLst>
          </p:cNvPr>
          <p:cNvSpPr/>
          <p:nvPr/>
        </p:nvSpPr>
        <p:spPr>
          <a:xfrm>
            <a:off x="-1" y="0"/>
            <a:ext cx="9144001" cy="769870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51000">
                <a:srgbClr val="990033"/>
              </a:gs>
              <a:gs pos="100000">
                <a:srgbClr val="5C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6753B3-8616-45EA-88C5-C4040828778A}"/>
              </a:ext>
            </a:extLst>
          </p:cNvPr>
          <p:cNvGrpSpPr/>
          <p:nvPr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DC59BA-E9B8-41DF-A1E9-6078B3204C06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5E758D-CCD0-451D-804D-2C41B434C9BA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9DD0E9-C986-4720-9055-3772E66D9F24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18BF1DB-28B3-422B-AE3E-751A065E7DC7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695C9C-5703-4A2A-8E9E-ABBCBACC18C5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B06F64-445A-4DB1-B9DE-EE4C6F70E8A4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05F5A12-FEE8-4142-8364-55764D779A4D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F9FE61-6F15-4537-A14F-3B835260A9B7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45C53D-9AA2-445E-9583-DC10E604DA33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3F849E-BAA4-46D3-B3DF-AB9FE4733F46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59B068-C409-40A9-98DA-12E409966E98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A30184B-6503-4500-B299-BFB88AD390EA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C9B6A7-2414-468E-B642-0A76B85B146C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A4A506-5A31-4641-9203-57EB128D6A11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2E0179-A485-4922-8E16-70297F288B94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1470294-BE52-4288-98D5-1794E01823A4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5F4160D-0EB8-4CB6-8412-2AE0EDB2189A}"/>
                </a:ext>
              </a:extLst>
            </p:cNvPr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22B2A1D-D7B9-4423-8507-D8DFF2B74D07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6FD677-2782-45CF-8FF9-80869A8C11E4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026DD0A-8DDF-4C0D-984F-4B1725D5F209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B9DC1BC-99D2-45DB-BBDE-D2B624C825F8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DAFC11C-A1E3-4B87-9571-C59830ABFBCC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EC8C003-C0D5-4AB5-A331-482C86F5DC1E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9389985-F167-4D21-BF9A-3DB49711CA8A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815240C5-766D-484E-8761-8F69F33E441E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8D700EDF-C466-42E1-ADF7-B2D2EB278E36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BE1F8E54-7770-4888-A195-4EAD0BCFAB3D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823A30E9-989F-4063-8D16-685B7688582E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2FDF9B1-5B03-44A0-8168-66EDBCC5832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B9B98BB-8B7A-4D4A-9C98-98C3FCCB864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A9231D8-52C8-4DA1-B292-207325D1E09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990E9B9-60B6-49C9-82E3-D5F5848D151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91DED4-3589-4845-B1E5-91F7C5B862D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A6C90-4610-42A5-B851-57E83C0A30A1}"/>
                </a:ext>
              </a:extLst>
            </p:cNvPr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466F00E-4B25-4399-B79B-7D38441F8EF9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36DD2F3-4DE7-454F-9591-C70043244D70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DE278B-E86A-4102-B1DE-805B2F04B4CF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2900731-59D9-4E8E-9863-F834C90C4D49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F4C4C7F-B14D-4107-A8B3-5B130970C030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BCBFB09-F076-4EAE-B828-9110D3A35330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244A454-38CF-49C8-AB3B-F65473389328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5ECDC3B-B51C-497F-B007-2B54AB949F3D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CE3A622-0DAE-464D-8662-BFB85ED01057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B78F5001-C16E-40FC-B408-8FBD83AA09B7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3FD5AF6-6155-44A2-A21C-4095F88773A5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257EE55-AABB-49A7-A9D1-0BE4826A58C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9827082-056F-45D1-9C61-7B4276346A1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B1A129C-D707-48CF-BFFD-632EECFE28D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F53A266-522A-43AB-A7BF-6497864D0B5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0CF6BF0-EAE2-46F0-85B5-9C35DD86921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5"/>
            <a:ext cx="7886700" cy="2852737"/>
          </a:xfrm>
        </p:spPr>
        <p:txBody>
          <a:bodyPr anchor="b"/>
          <a:lstStyle>
            <a:lvl1pPr algn="r">
              <a:defRPr sz="45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70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1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4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6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entagon 12">
            <a:extLst>
              <a:ext uri="{FF2B5EF4-FFF2-40B4-BE49-F238E27FC236}">
                <a16:creationId xmlns:a16="http://schemas.microsoft.com/office/drawing/2014/main" id="{1A5726DB-7AF7-49E1-A7CF-AD38678A1731}"/>
              </a:ext>
            </a:extLst>
          </p:cNvPr>
          <p:cNvSpPr/>
          <p:nvPr/>
        </p:nvSpPr>
        <p:spPr>
          <a:xfrm>
            <a:off x="3" y="544"/>
            <a:ext cx="1290178" cy="769326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D5957A-A976-42D9-B951-F11815A0F70D}"/>
              </a:ext>
            </a:extLst>
          </p:cNvPr>
          <p:cNvCxnSpPr>
            <a:cxnSpLocks/>
          </p:cNvCxnSpPr>
          <p:nvPr/>
        </p:nvCxnSpPr>
        <p:spPr>
          <a:xfrm>
            <a:off x="0" y="807489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No photo description available.">
            <a:extLst>
              <a:ext uri="{FF2B5EF4-FFF2-40B4-BE49-F238E27FC236}">
                <a16:creationId xmlns:a16="http://schemas.microsoft.com/office/drawing/2014/main" id="{E26C7887-00E9-4D34-80D8-4E6A83844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6" y="0"/>
            <a:ext cx="769870" cy="76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765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F3A2-65E8-4EB6-9936-19C72F98D529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98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8FC3-040A-4759-8343-93BCC18293F4}" type="datetime1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221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A7140-249C-4183-9DC3-8DFB3A211624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267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F786-3F3A-40CB-99C8-FE0C9C7560A9}" type="datetime1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939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1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32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1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9" indent="0">
              <a:buNone/>
              <a:defRPr sz="1050"/>
            </a:lvl2pPr>
            <a:lvl3pPr marL="685817" indent="0">
              <a:buNone/>
              <a:defRPr sz="900"/>
            </a:lvl3pPr>
            <a:lvl4pPr marL="1028726" indent="0">
              <a:buNone/>
              <a:defRPr sz="750"/>
            </a:lvl4pPr>
            <a:lvl5pPr marL="1371634" indent="0">
              <a:buNone/>
              <a:defRPr sz="750"/>
            </a:lvl5pPr>
            <a:lvl6pPr marL="1714543" indent="0">
              <a:buNone/>
              <a:defRPr sz="750"/>
            </a:lvl6pPr>
            <a:lvl7pPr marL="2057451" indent="0">
              <a:buNone/>
              <a:defRPr sz="750"/>
            </a:lvl7pPr>
            <a:lvl8pPr marL="2400360" indent="0">
              <a:buNone/>
              <a:defRPr sz="750"/>
            </a:lvl8pPr>
            <a:lvl9pPr marL="2743269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ECC8-6275-473E-B820-941734D3A17F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0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1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32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9" indent="0">
              <a:buNone/>
              <a:defRPr sz="2100"/>
            </a:lvl2pPr>
            <a:lvl3pPr marL="685817" indent="0">
              <a:buNone/>
              <a:defRPr sz="1800"/>
            </a:lvl3pPr>
            <a:lvl4pPr marL="1028726" indent="0">
              <a:buNone/>
              <a:defRPr sz="1500"/>
            </a:lvl4pPr>
            <a:lvl5pPr marL="1371634" indent="0">
              <a:buNone/>
              <a:defRPr sz="1500"/>
            </a:lvl5pPr>
            <a:lvl6pPr marL="1714543" indent="0">
              <a:buNone/>
              <a:defRPr sz="1500"/>
            </a:lvl6pPr>
            <a:lvl7pPr marL="2057451" indent="0">
              <a:buNone/>
              <a:defRPr sz="1500"/>
            </a:lvl7pPr>
            <a:lvl8pPr marL="2400360" indent="0">
              <a:buNone/>
              <a:defRPr sz="1500"/>
            </a:lvl8pPr>
            <a:lvl9pPr marL="2743269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1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9" indent="0">
              <a:buNone/>
              <a:defRPr sz="1050"/>
            </a:lvl2pPr>
            <a:lvl3pPr marL="685817" indent="0">
              <a:buNone/>
              <a:defRPr sz="900"/>
            </a:lvl3pPr>
            <a:lvl4pPr marL="1028726" indent="0">
              <a:buNone/>
              <a:defRPr sz="750"/>
            </a:lvl4pPr>
            <a:lvl5pPr marL="1371634" indent="0">
              <a:buNone/>
              <a:defRPr sz="750"/>
            </a:lvl5pPr>
            <a:lvl6pPr marL="1714543" indent="0">
              <a:buNone/>
              <a:defRPr sz="750"/>
            </a:lvl6pPr>
            <a:lvl7pPr marL="2057451" indent="0">
              <a:buNone/>
              <a:defRPr sz="750"/>
            </a:lvl7pPr>
            <a:lvl8pPr marL="2400360" indent="0">
              <a:buNone/>
              <a:defRPr sz="750"/>
            </a:lvl8pPr>
            <a:lvl9pPr marL="2743269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C2684-28C9-4C89-B6E1-03769B8C58BE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27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5080-719E-4FF4-A1A0-4D65E436316C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70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4D3E-171F-4D69-8568-8DBB5C4A6F36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5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096FC665-D880-499A-A062-7537D42A53E8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0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32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hf hdr="0" ftr="0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5" indent="-171455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2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8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44A830A0-1633-4E30-B95B-01B14B03931B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0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ftr="0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171455" indent="-171455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51436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857272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200180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1543089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1885998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11" Type="http://schemas.openxmlformats.org/officeDocument/2006/relationships/image" Target="../media/image23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22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storybaar.com/ather-s340-e-scooter/" TargetMode="Externa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6.jpeg"/><Relationship Id="rId7" Type="http://schemas.openxmlformats.org/officeDocument/2006/relationships/image" Target="../media/image38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7.jpeg"/><Relationship Id="rId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3.png"/><Relationship Id="rId4" Type="http://schemas.openxmlformats.org/officeDocument/2006/relationships/image" Target="../media/image4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0.pn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4.png"/><Relationship Id="rId4" Type="http://schemas.openxmlformats.org/officeDocument/2006/relationships/image" Target="../media/image9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5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5.png"/><Relationship Id="rId11" Type="http://schemas.openxmlformats.org/officeDocument/2006/relationships/image" Target="../media/image111.png"/><Relationship Id="rId5" Type="http://schemas.openxmlformats.org/officeDocument/2006/relationships/image" Target="../media/image106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98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98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0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AF4C-30C3-491D-A44E-5E405180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>
                <a:latin typeface="+mj-lt"/>
              </a:rPr>
              <a:t>EE4332 </a:t>
            </a:r>
            <a:r>
              <a:rPr lang="en-US" sz="5400">
                <a:latin typeface="Lato Black" panose="020F0A02020204030203" pitchFamily="34" charset="0"/>
                <a:cs typeface="Lato Black" panose="020F0A02020204030203" pitchFamily="34" charset="0"/>
              </a:rPr>
              <a:t>Design of Electrical  Drive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B86-5171-4507-AD36-CC897924B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1923" y="4237509"/>
            <a:ext cx="6549081" cy="1316623"/>
          </a:xfrm>
        </p:spPr>
        <p:txBody>
          <a:bodyPr/>
          <a:lstStyle/>
          <a:p>
            <a:r>
              <a:rPr lang="en-US">
                <a:latin typeface="+mj-lt"/>
              </a:rPr>
              <a:t>Dr. Duy-Dinh Nguyen</a:t>
            </a:r>
          </a:p>
          <a:p>
            <a:r>
              <a:rPr lang="en-US">
                <a:latin typeface="+mj-lt"/>
              </a:rPr>
              <a:t>FAE, School of EEE</a:t>
            </a:r>
          </a:p>
        </p:txBody>
      </p:sp>
    </p:spTree>
    <p:extLst>
      <p:ext uri="{BB962C8B-B14F-4D97-AF65-F5344CB8AC3E}">
        <p14:creationId xmlns:p14="http://schemas.microsoft.com/office/powerpoint/2010/main" val="116223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Study types: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Assessments:</a:t>
            </a:r>
          </a:p>
          <a:p>
            <a:pPr lvl="1"/>
            <a:r>
              <a:rPr lang="en-US"/>
              <a:t>Midterm examination: 		writing </a:t>
            </a:r>
            <a:r>
              <a:rPr lang="en-US">
                <a:sym typeface="Wingdings" panose="05000000000000000000" pitchFamily="2" charset="2"/>
              </a:rPr>
              <a:t> 40%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Final examination: 		writing  60%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EBE5C-DFEC-43F4-9F67-B77621B657C2}"/>
              </a:ext>
            </a:extLst>
          </p:cNvPr>
          <p:cNvSpPr txBox="1"/>
          <p:nvPr/>
        </p:nvSpPr>
        <p:spPr>
          <a:xfrm>
            <a:off x="381000" y="1300480"/>
            <a:ext cx="8458200" cy="156966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+mj-lt"/>
              </a:rPr>
              <a:t>Lectures (online/offline)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+mj-lt"/>
              </a:rPr>
              <a:t>Self-study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+mj-lt"/>
              </a:rPr>
              <a:t>Assignment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2060"/>
              </a:solidFill>
              <a:latin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+mj-lt"/>
              </a:rPr>
              <a:t>Research groups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+mj-lt"/>
              </a:rPr>
              <a:t>Experiments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+mj-lt"/>
              </a:rPr>
              <a:t>Q&amp;A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45A97-4040-412D-A0F6-D76A761D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FDD22-F116-4A4F-AB76-76F32B2A262C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F60C-739C-41F6-88B8-7C6CB889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6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/>
              <a:t>Contents (</a:t>
            </a:r>
            <a:r>
              <a:rPr lang="en-US" sz="2800" err="1"/>
              <a:t>Nội</a:t>
            </a:r>
            <a:r>
              <a:rPr lang="en-US" sz="2800"/>
              <a:t> dung </a:t>
            </a:r>
            <a:r>
              <a:rPr lang="en-US" sz="2800" err="1"/>
              <a:t>chính</a:t>
            </a:r>
            <a:r>
              <a:rPr lang="en-US" sz="2800"/>
              <a:t>):			        16 </a:t>
            </a:r>
            <a:r>
              <a:rPr lang="en-US" sz="2800" err="1"/>
              <a:t>wks</a:t>
            </a:r>
            <a:endParaRPr lang="en-US" sz="2800"/>
          </a:p>
          <a:p>
            <a:pPr lvl="1"/>
            <a:r>
              <a:rPr lang="en-US" sz="2400"/>
              <a:t>General introduction and definition			2 </a:t>
            </a:r>
            <a:r>
              <a:rPr lang="en-US" sz="2400" err="1"/>
              <a:t>wk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Những</a:t>
            </a:r>
            <a:r>
              <a:rPr lang="en-US" sz="2400"/>
              <a:t> </a:t>
            </a:r>
            <a:r>
              <a:rPr lang="en-US" sz="2400" err="1"/>
              <a:t>vấn</a:t>
            </a:r>
            <a:r>
              <a:rPr lang="en-US" sz="2400"/>
              <a:t> đề chung </a:t>
            </a:r>
            <a:r>
              <a:rPr lang="en-US" sz="2400" err="1"/>
              <a:t>và</a:t>
            </a:r>
            <a:r>
              <a:rPr lang="en-US" sz="2400"/>
              <a:t> </a:t>
            </a:r>
            <a:r>
              <a:rPr lang="en-US" sz="2400" err="1"/>
              <a:t>khái</a:t>
            </a:r>
            <a:r>
              <a:rPr lang="en-US" sz="2400"/>
              <a:t> </a:t>
            </a:r>
            <a:r>
              <a:rPr lang="en-US" sz="2400" err="1"/>
              <a:t>niệm</a:t>
            </a:r>
            <a:r>
              <a:rPr lang="en-US" sz="2400"/>
              <a:t>)</a:t>
            </a:r>
          </a:p>
          <a:p>
            <a:pPr lvl="1"/>
            <a:r>
              <a:rPr lang="en-US" sz="2400"/>
              <a:t>Drive system for Elevators					4 </a:t>
            </a:r>
            <a:r>
              <a:rPr lang="en-US" sz="2400" err="1"/>
              <a:t>wks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Truyền</a:t>
            </a:r>
            <a:r>
              <a:rPr lang="en-US" sz="2400"/>
              <a:t> </a:t>
            </a:r>
            <a:r>
              <a:rPr lang="en-US" sz="2400" err="1"/>
              <a:t>động</a:t>
            </a:r>
            <a:r>
              <a:rPr lang="en-US" sz="2400"/>
              <a:t> </a:t>
            </a:r>
            <a:r>
              <a:rPr lang="en-US" sz="2400" err="1"/>
              <a:t>điện</a:t>
            </a:r>
            <a:r>
              <a:rPr lang="en-US" sz="2400"/>
              <a:t> thang máy)</a:t>
            </a:r>
          </a:p>
          <a:p>
            <a:pPr lvl="1"/>
            <a:r>
              <a:rPr lang="en-US" sz="2400"/>
              <a:t>Drive system for Electric Scooters			2 </a:t>
            </a:r>
            <a:r>
              <a:rPr lang="en-US" sz="2400" err="1"/>
              <a:t>wks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Truyền</a:t>
            </a:r>
            <a:r>
              <a:rPr lang="en-US" sz="2400"/>
              <a:t> </a:t>
            </a:r>
            <a:r>
              <a:rPr lang="en-US" sz="2400" err="1"/>
              <a:t>động</a:t>
            </a:r>
            <a:r>
              <a:rPr lang="en-US" sz="2400"/>
              <a:t> </a:t>
            </a:r>
            <a:r>
              <a:rPr lang="en-US" sz="2400" err="1"/>
              <a:t>điện</a:t>
            </a:r>
            <a:r>
              <a:rPr lang="en-US" sz="2400"/>
              <a:t> Xe máy điện)</a:t>
            </a:r>
          </a:p>
          <a:p>
            <a:pPr lvl="1"/>
            <a:r>
              <a:rPr lang="en-US" sz="2400"/>
              <a:t>Drive system for Electric Cars				2 wks</a:t>
            </a:r>
          </a:p>
          <a:p>
            <a:pPr marL="342908" lvl="1" indent="0">
              <a:buNone/>
            </a:pPr>
            <a:r>
              <a:rPr lang="en-US" sz="2400"/>
              <a:t>(Truyền động điện Ô tô điện)</a:t>
            </a:r>
          </a:p>
          <a:p>
            <a:pPr lvl="1"/>
            <a:r>
              <a:rPr lang="en-US" sz="2400"/>
              <a:t>Drive system for Weigh Feeder				2 wks</a:t>
            </a:r>
          </a:p>
          <a:p>
            <a:pPr marL="342908" lvl="1" indent="0">
              <a:buNone/>
            </a:pPr>
            <a:r>
              <a:rPr lang="en-US" sz="2400"/>
              <a:t>(Truyền động điện cân băng định lượng)</a:t>
            </a:r>
          </a:p>
          <a:p>
            <a:pPr lvl="1"/>
            <a:r>
              <a:rPr lang="en-US" sz="2400"/>
              <a:t>Drive system for Cranes					2 wks</a:t>
            </a:r>
          </a:p>
          <a:p>
            <a:pPr marL="342908" lvl="1" indent="0">
              <a:buNone/>
            </a:pPr>
            <a:r>
              <a:rPr lang="en-US" sz="2400"/>
              <a:t>(Truyền động điện Cầu trục)</a:t>
            </a:r>
          </a:p>
          <a:p>
            <a:pPr lvl="1"/>
            <a:r>
              <a:rPr lang="en-US" sz="2400"/>
              <a:t>Drive system for Pumb Station				2 wks</a:t>
            </a:r>
          </a:p>
          <a:p>
            <a:pPr marL="342908" lvl="1" indent="0">
              <a:buNone/>
            </a:pPr>
            <a:r>
              <a:rPr lang="en-US" sz="2400"/>
              <a:t>(Truyền động điện Trạm bơm)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747B4-02A3-473F-89B6-E7E6B12E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D4A33-6723-4AC4-AE43-A42CD3D14906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EAAE0-63CD-4EE1-B54E-A489FBFD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3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References</a:t>
            </a:r>
          </a:p>
          <a:p>
            <a:pPr lvl="1"/>
            <a:r>
              <a:rPr lang="en-US" sz="2400"/>
              <a:t>[1] </a:t>
            </a:r>
            <a:r>
              <a:rPr lang="en-SG" sz="2400" err="1"/>
              <a:t>Bùi</a:t>
            </a:r>
            <a:r>
              <a:rPr lang="en-SG" sz="2400"/>
              <a:t> </a:t>
            </a:r>
            <a:r>
              <a:rPr lang="en-SG" sz="2400" err="1"/>
              <a:t>Quốc</a:t>
            </a:r>
            <a:r>
              <a:rPr lang="en-SG" sz="2400"/>
              <a:t> </a:t>
            </a:r>
            <a:r>
              <a:rPr lang="en-SG" sz="2400" err="1"/>
              <a:t>Khánh</a:t>
            </a:r>
            <a:r>
              <a:rPr lang="en-SG" sz="2400"/>
              <a:t>, </a:t>
            </a:r>
            <a:r>
              <a:rPr lang="en-SG" sz="2400" err="1"/>
              <a:t>Nguyễn</a:t>
            </a:r>
            <a:r>
              <a:rPr lang="en-SG" sz="2400"/>
              <a:t> </a:t>
            </a:r>
            <a:r>
              <a:rPr lang="en-SG" sz="2400" err="1"/>
              <a:t>Văn</a:t>
            </a:r>
            <a:r>
              <a:rPr lang="en-SG" sz="2400"/>
              <a:t> </a:t>
            </a:r>
            <a:r>
              <a:rPr lang="en-SG" sz="2400" err="1"/>
              <a:t>Liễn</a:t>
            </a:r>
            <a:r>
              <a:rPr lang="en-SG" sz="2400"/>
              <a:t>, C</a:t>
            </a:r>
            <a:r>
              <a:rPr lang="vi-VN" sz="2400"/>
              <a:t>ơ</a:t>
            </a:r>
            <a:r>
              <a:rPr lang="en-US" sz="2400"/>
              <a:t> </a:t>
            </a:r>
            <a:r>
              <a:rPr lang="en-US" sz="2400" err="1"/>
              <a:t>sở</a:t>
            </a:r>
            <a:r>
              <a:rPr lang="en-US" sz="2400"/>
              <a:t> </a:t>
            </a:r>
            <a:r>
              <a:rPr lang="en-US" sz="2400" err="1"/>
              <a:t>Truyền</a:t>
            </a:r>
            <a:r>
              <a:rPr lang="en-US" sz="2400"/>
              <a:t> </a:t>
            </a:r>
            <a:r>
              <a:rPr lang="en-US" sz="2400" err="1"/>
              <a:t>động</a:t>
            </a:r>
            <a:r>
              <a:rPr lang="en-US" sz="2400"/>
              <a:t> </a:t>
            </a:r>
            <a:r>
              <a:rPr lang="en-US" sz="2400" err="1"/>
              <a:t>điện</a:t>
            </a:r>
            <a:r>
              <a:rPr lang="en-US" sz="2400"/>
              <a:t>, NXB KH&amp;KT, 2007</a:t>
            </a:r>
          </a:p>
          <a:p>
            <a:pPr lvl="1"/>
            <a:r>
              <a:rPr lang="en-US" sz="2400"/>
              <a:t>[2] B. K. Bose, Modern Power Electronics and AC Drives, Prentice Hall, 2002</a:t>
            </a:r>
          </a:p>
          <a:p>
            <a:pPr lvl="1"/>
            <a:r>
              <a:rPr lang="en-US" sz="2400"/>
              <a:t>[3] S. K. PILLAI, Basics Of Electrical Drives 4th edition, New Academic Science, 2015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896AB8-F1A4-48DE-8B8D-C40857292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167" y="3551408"/>
            <a:ext cx="1911033" cy="28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Bùi Quốc Khánh, Nguyễn Văn Liễn, “Cơ sở Truyền động điện”">
            <a:extLst>
              <a:ext uri="{FF2B5EF4-FFF2-40B4-BE49-F238E27FC236}">
                <a16:creationId xmlns:a16="http://schemas.microsoft.com/office/drawing/2014/main" id="{B2858141-7E3F-4D72-8A70-A262D9278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51408"/>
            <a:ext cx="1892300" cy="28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9D84FC-B8F8-4194-A790-A94C16E68A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359" r="15643"/>
          <a:stretch/>
        </p:blipFill>
        <p:spPr>
          <a:xfrm>
            <a:off x="2495653" y="3551408"/>
            <a:ext cx="1975854" cy="2863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0D04A6-A47B-4B3F-A68D-EE91B0BB2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860" y="3551408"/>
            <a:ext cx="2011953" cy="286368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971A0-97AE-4599-8C6B-4B58DB0B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B2C6-B2DB-4FE8-883F-F2F65933158E}" type="datetime1">
              <a:rPr lang="en-US" smtClean="0"/>
              <a:t>4/1/2022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C3FC93-24B3-4119-BF3B-59B97447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9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AF4C-30C3-491D-A44E-5E405180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1</a:t>
            </a:r>
            <a:br>
              <a:rPr lang="en-US"/>
            </a:br>
            <a:r>
              <a:rPr lang="en-US"/>
              <a:t>General introduction and definition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B86-5171-4507-AD36-CC897924B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Dr. Duy-Dinh Nguyen</a:t>
            </a:r>
          </a:p>
          <a:p>
            <a:r>
              <a:rPr lang="en-US">
                <a:latin typeface="+mj-lt"/>
              </a:rPr>
              <a:t>FAE, School of EEE</a:t>
            </a:r>
          </a:p>
        </p:txBody>
      </p:sp>
    </p:spTree>
    <p:extLst>
      <p:ext uri="{BB962C8B-B14F-4D97-AF65-F5344CB8AC3E}">
        <p14:creationId xmlns:p14="http://schemas.microsoft.com/office/powerpoint/2010/main" val="371529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/>
              <a:t>General introduction (</a:t>
            </a:r>
            <a:r>
              <a:rPr lang="en-US" sz="2800" err="1"/>
              <a:t>giới</a:t>
            </a:r>
            <a:r>
              <a:rPr lang="en-US" sz="2800"/>
              <a:t> </a:t>
            </a:r>
            <a:r>
              <a:rPr lang="en-US" sz="2800" err="1"/>
              <a:t>thiệu</a:t>
            </a:r>
            <a:r>
              <a:rPr lang="en-US" sz="2800"/>
              <a:t> chung)</a:t>
            </a:r>
          </a:p>
          <a:p>
            <a:r>
              <a:rPr lang="en-US" sz="2800"/>
              <a:t>Brief history (l</a:t>
            </a:r>
            <a:r>
              <a:rPr lang="vi-VN" sz="2800"/>
              <a:t>ư</a:t>
            </a:r>
            <a:r>
              <a:rPr lang="en-US" sz="2800" err="1"/>
              <a:t>ợc</a:t>
            </a:r>
            <a:r>
              <a:rPr lang="en-US" sz="2800"/>
              <a:t> </a:t>
            </a:r>
            <a:r>
              <a:rPr lang="en-US" sz="2800" err="1"/>
              <a:t>sử</a:t>
            </a:r>
            <a:r>
              <a:rPr lang="en-US" sz="2800"/>
              <a:t>)</a:t>
            </a:r>
          </a:p>
          <a:p>
            <a:r>
              <a:rPr lang="en-US" sz="2800"/>
              <a:t>Definitions (</a:t>
            </a:r>
            <a:r>
              <a:rPr lang="en-US" sz="2800" err="1"/>
              <a:t>một</a:t>
            </a:r>
            <a:r>
              <a:rPr lang="en-US" sz="2800"/>
              <a:t> </a:t>
            </a:r>
            <a:r>
              <a:rPr lang="en-US" sz="2800" err="1"/>
              <a:t>số</a:t>
            </a:r>
            <a:r>
              <a:rPr lang="en-US" sz="2800"/>
              <a:t> </a:t>
            </a:r>
            <a:r>
              <a:rPr lang="en-US" sz="2800" err="1"/>
              <a:t>khái</a:t>
            </a:r>
            <a:r>
              <a:rPr lang="en-US" sz="2800"/>
              <a:t> </a:t>
            </a:r>
            <a:r>
              <a:rPr lang="en-US" sz="2800" err="1"/>
              <a:t>niệm</a:t>
            </a:r>
            <a:r>
              <a:rPr lang="en-US" sz="2800"/>
              <a:t>)</a:t>
            </a:r>
          </a:p>
          <a:p>
            <a:r>
              <a:rPr lang="en-US" sz="2800"/>
              <a:t>Applications (các </a:t>
            </a:r>
            <a:r>
              <a:rPr lang="en-US" sz="2800" err="1"/>
              <a:t>ứng</a:t>
            </a:r>
            <a:r>
              <a:rPr lang="en-US" sz="2800"/>
              <a:t> </a:t>
            </a:r>
            <a:r>
              <a:rPr lang="en-US" sz="2800" err="1"/>
              <a:t>dụng</a:t>
            </a:r>
            <a:r>
              <a:rPr lang="en-US" sz="2800"/>
              <a:t>)</a:t>
            </a:r>
          </a:p>
          <a:p>
            <a:r>
              <a:rPr lang="en-US" sz="2800"/>
              <a:t>Classification (</a:t>
            </a:r>
            <a:r>
              <a:rPr lang="en-US" sz="2800" err="1"/>
              <a:t>phân</a:t>
            </a:r>
            <a:r>
              <a:rPr lang="en-US" sz="2800"/>
              <a:t> </a:t>
            </a:r>
            <a:r>
              <a:rPr lang="en-US" sz="2800" err="1"/>
              <a:t>loại</a:t>
            </a:r>
            <a:r>
              <a:rPr lang="en-US" sz="2800"/>
              <a:t>)</a:t>
            </a:r>
          </a:p>
          <a:p>
            <a:endParaRPr lang="en-US" sz="2800"/>
          </a:p>
          <a:p>
            <a:r>
              <a:rPr lang="en-US" sz="2800"/>
              <a:t>Mechanical characteristics (</a:t>
            </a:r>
            <a:r>
              <a:rPr lang="en-US" sz="2800" err="1"/>
              <a:t>đặc</a:t>
            </a:r>
            <a:r>
              <a:rPr lang="en-US" sz="2800"/>
              <a:t> tính c</a:t>
            </a:r>
            <a:r>
              <a:rPr lang="vi-VN" sz="2800"/>
              <a:t>ơ</a:t>
            </a:r>
            <a:r>
              <a:rPr lang="en-US" sz="2800"/>
              <a:t>)</a:t>
            </a:r>
          </a:p>
          <a:p>
            <a:r>
              <a:rPr lang="en-US" sz="2800"/>
              <a:t>Modes of operation (các </a:t>
            </a:r>
            <a:r>
              <a:rPr lang="en-US" sz="2800" err="1"/>
              <a:t>chế</a:t>
            </a:r>
            <a:r>
              <a:rPr lang="en-US" sz="2800"/>
              <a:t> </a:t>
            </a:r>
            <a:r>
              <a:rPr lang="en-US" sz="2800" err="1"/>
              <a:t>độ</a:t>
            </a:r>
            <a:r>
              <a:rPr lang="en-US" sz="2800"/>
              <a:t> </a:t>
            </a:r>
            <a:r>
              <a:rPr lang="en-US" sz="2800" err="1"/>
              <a:t>làm</a:t>
            </a:r>
            <a:r>
              <a:rPr lang="en-US" sz="2800"/>
              <a:t> </a:t>
            </a:r>
            <a:r>
              <a:rPr lang="en-US" sz="2800" err="1"/>
              <a:t>việc</a:t>
            </a:r>
            <a:r>
              <a:rPr lang="en-US" sz="2800"/>
              <a:t>)</a:t>
            </a:r>
          </a:p>
          <a:p>
            <a:r>
              <a:rPr lang="en-US" sz="2800"/>
              <a:t>Dynamic equation (</a:t>
            </a:r>
            <a:r>
              <a:rPr lang="en-US" sz="2800" err="1"/>
              <a:t>phư</a:t>
            </a:r>
            <a:r>
              <a:rPr lang="vi-VN" sz="2800"/>
              <a:t>ơ</a:t>
            </a:r>
            <a:r>
              <a:rPr lang="en-US" sz="2800"/>
              <a:t>ng </a:t>
            </a:r>
            <a:r>
              <a:rPr lang="en-US" sz="2800" err="1"/>
              <a:t>trình</a:t>
            </a:r>
            <a:r>
              <a:rPr lang="en-US" sz="2800"/>
              <a:t> </a:t>
            </a:r>
            <a:r>
              <a:rPr lang="en-US" sz="2800" err="1"/>
              <a:t>động</a:t>
            </a:r>
            <a:r>
              <a:rPr lang="en-US" sz="2800"/>
              <a:t> </a:t>
            </a:r>
            <a:r>
              <a:rPr lang="en-US" sz="2800" err="1"/>
              <a:t>học</a:t>
            </a:r>
            <a:r>
              <a:rPr lang="en-US" sz="2800"/>
              <a:t>)</a:t>
            </a:r>
          </a:p>
          <a:p>
            <a:r>
              <a:rPr lang="en-US" sz="2800"/>
              <a:t>Steady state stability (</a:t>
            </a:r>
            <a:r>
              <a:rPr lang="en-US" sz="2800" err="1"/>
              <a:t>vấn</a:t>
            </a:r>
            <a:r>
              <a:rPr lang="en-US" sz="2800"/>
              <a:t> đề </a:t>
            </a:r>
            <a:r>
              <a:rPr lang="en-US" sz="2800" err="1"/>
              <a:t>ổn</a:t>
            </a:r>
            <a:r>
              <a:rPr lang="en-US" sz="2800"/>
              <a:t> </a:t>
            </a:r>
            <a:r>
              <a:rPr lang="en-US" sz="2800" err="1"/>
              <a:t>định</a:t>
            </a:r>
            <a:r>
              <a:rPr lang="en-US" sz="2800"/>
              <a:t> </a:t>
            </a:r>
            <a:r>
              <a:rPr lang="en-US" sz="2800" err="1"/>
              <a:t>tĩnh</a:t>
            </a:r>
            <a:r>
              <a:rPr lang="en-US" sz="2800"/>
              <a:t>)</a:t>
            </a:r>
          </a:p>
          <a:p>
            <a:r>
              <a:rPr lang="en-US" sz="2800"/>
              <a:t>Referring Moment of inertia (</a:t>
            </a:r>
            <a:r>
              <a:rPr lang="en-US" sz="2800" err="1"/>
              <a:t>quy</a:t>
            </a:r>
            <a:r>
              <a:rPr lang="en-US" sz="2800"/>
              <a:t> </a:t>
            </a:r>
            <a:r>
              <a:rPr lang="en-US" sz="2800" err="1"/>
              <a:t>đổi</a:t>
            </a:r>
            <a:r>
              <a:rPr lang="en-US" sz="2800"/>
              <a:t> </a:t>
            </a:r>
            <a:r>
              <a:rPr lang="en-US" sz="2800" err="1"/>
              <a:t>mô</a:t>
            </a:r>
            <a:r>
              <a:rPr lang="en-US" sz="2800"/>
              <a:t>-men </a:t>
            </a:r>
            <a:r>
              <a:rPr lang="en-US" sz="2800" err="1"/>
              <a:t>quán</a:t>
            </a:r>
            <a:r>
              <a:rPr lang="en-US" sz="2800"/>
              <a:t> tính)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9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30FBED-1AB8-456D-9335-EA82BA8B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History / L</a:t>
            </a:r>
            <a:r>
              <a:rPr lang="vi-VN"/>
              <a:t>ư</a:t>
            </a:r>
            <a:r>
              <a:rPr lang="en-US" err="1"/>
              <a:t>ợc</a:t>
            </a:r>
            <a:r>
              <a:rPr lang="en-US"/>
              <a:t> </a:t>
            </a:r>
            <a:r>
              <a:rPr lang="en-US" err="1"/>
              <a:t>sử</a:t>
            </a:r>
            <a:endParaRPr lang="en-US"/>
          </a:p>
        </p:txBody>
      </p:sp>
      <p:graphicFrame>
        <p:nvGraphicFramePr>
          <p:cNvPr id="4" name="Content Placeholder 3" descr="Placeholder Timeline&#10;">
            <a:extLst>
              <a:ext uri="{FF2B5EF4-FFF2-40B4-BE49-F238E27FC236}">
                <a16:creationId xmlns:a16="http://schemas.microsoft.com/office/drawing/2014/main" id="{6B26B755-4555-4A58-A72C-DEA869953222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086830912"/>
              </p:ext>
            </p:extLst>
          </p:nvPr>
        </p:nvGraphicFramePr>
        <p:xfrm>
          <a:off x="235078" y="1193800"/>
          <a:ext cx="8674100" cy="4765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675BC40-8BE4-46A4-AB73-F960EBCB85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423" y="786871"/>
            <a:ext cx="1297645" cy="8825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6B74A2-59F7-402B-8D82-FB381BE86F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400" y="786871"/>
            <a:ext cx="1141412" cy="9070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7154CA-3774-4237-B6EA-FCBF6DCA27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2867" y="5466352"/>
            <a:ext cx="1297645" cy="9851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451F35-C5F8-4899-9D3F-F7B549754B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4667" y="5417979"/>
            <a:ext cx="1297645" cy="10484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7CEB2C-C8AA-4AB4-8A20-46D9B44E1E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8383">
            <a:off x="5816813" y="751056"/>
            <a:ext cx="960172" cy="9601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04FBA2-5E7A-4AF5-9989-37EA805190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5705" y="631228"/>
            <a:ext cx="1171429" cy="111352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7AF57-775D-48E0-92A7-2E0E0386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7AE33-23B5-4AF2-8E8C-4AF5625169B5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5320B-B97F-4184-BB5E-E6B712F7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9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Global Electric Motor Market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66D7B6-9FCA-4664-B693-D74A79A04E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Nguồn</a:t>
            </a:r>
            <a:r>
              <a:rPr lang="en-US"/>
              <a:t>: www.alliedmarketresearch.com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4C23A2-CF51-4126-99DC-BE2D46FEB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21" b="13621"/>
          <a:stretch/>
        </p:blipFill>
        <p:spPr bwMode="auto">
          <a:xfrm>
            <a:off x="0" y="761878"/>
            <a:ext cx="9143999" cy="530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A6059-4149-4CE4-B3B7-4E36D35A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EF31C-800E-4658-BD77-68C8BF99EB0C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EE5FD-6538-4BE1-82AF-4FE1EEF1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43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/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nghĩa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CCADC-68CB-4AE6-ADA8-1F55176D47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4202143"/>
            <a:ext cx="8674100" cy="2035168"/>
          </a:xfrm>
        </p:spPr>
        <p:txBody>
          <a:bodyPr numCol="2"/>
          <a:lstStyle/>
          <a:p>
            <a:r>
              <a:rPr lang="en-US" sz="2000"/>
              <a:t>Load: </a:t>
            </a:r>
            <a:r>
              <a:rPr lang="en-US" sz="2000" err="1"/>
              <a:t>tải</a:t>
            </a:r>
            <a:endParaRPr lang="en-US" sz="2000"/>
          </a:p>
          <a:p>
            <a:r>
              <a:rPr lang="en-US" sz="2000"/>
              <a:t>Coupling: </a:t>
            </a:r>
            <a:r>
              <a:rPr lang="en-US" sz="2000" err="1"/>
              <a:t>bộ</a:t>
            </a:r>
            <a:r>
              <a:rPr lang="en-US" sz="2000"/>
              <a:t> </a:t>
            </a:r>
            <a:r>
              <a:rPr lang="en-US" sz="2000" err="1"/>
              <a:t>ghép</a:t>
            </a:r>
            <a:r>
              <a:rPr lang="en-US" sz="2000"/>
              <a:t> </a:t>
            </a:r>
            <a:r>
              <a:rPr lang="en-US" sz="2000" err="1"/>
              <a:t>nối</a:t>
            </a:r>
            <a:r>
              <a:rPr lang="en-US" sz="2000"/>
              <a:t> </a:t>
            </a:r>
            <a:r>
              <a:rPr lang="en-US" sz="2000" err="1"/>
              <a:t>trục</a:t>
            </a:r>
            <a:endParaRPr lang="en-US" sz="2000"/>
          </a:p>
          <a:p>
            <a:r>
              <a:rPr lang="en-US" sz="2000"/>
              <a:t>Motor: </a:t>
            </a:r>
            <a:r>
              <a:rPr lang="en-US" sz="2000" err="1"/>
              <a:t>động</a:t>
            </a:r>
            <a:r>
              <a:rPr lang="en-US" sz="2000"/>
              <a:t> c</a:t>
            </a:r>
            <a:r>
              <a:rPr lang="vi-VN" sz="2000"/>
              <a:t>ơ</a:t>
            </a:r>
            <a:r>
              <a:rPr lang="en-US" sz="2000"/>
              <a:t> </a:t>
            </a:r>
            <a:r>
              <a:rPr lang="en-US" sz="2000" err="1"/>
              <a:t>điện</a:t>
            </a:r>
            <a:endParaRPr lang="en-US" sz="2000"/>
          </a:p>
          <a:p>
            <a:r>
              <a:rPr lang="en-US" sz="2000"/>
              <a:t>Power converter: </a:t>
            </a:r>
            <a:r>
              <a:rPr lang="en-US" sz="2000" err="1"/>
              <a:t>bộ</a:t>
            </a:r>
            <a:r>
              <a:rPr lang="en-US" sz="2000"/>
              <a:t> </a:t>
            </a:r>
            <a:r>
              <a:rPr lang="en-US" sz="2000" err="1"/>
              <a:t>biến</a:t>
            </a:r>
            <a:r>
              <a:rPr lang="en-US" sz="2000"/>
              <a:t> </a:t>
            </a:r>
            <a:r>
              <a:rPr lang="en-US" sz="2000" err="1"/>
              <a:t>đổi</a:t>
            </a:r>
            <a:r>
              <a:rPr lang="en-US" sz="2000"/>
              <a:t> ĐTCS</a:t>
            </a:r>
          </a:p>
          <a:p>
            <a:r>
              <a:rPr lang="en-US" sz="2000"/>
              <a:t>PWM: </a:t>
            </a:r>
            <a:r>
              <a:rPr lang="en-US" sz="2000" err="1"/>
              <a:t>Bộ</a:t>
            </a:r>
            <a:r>
              <a:rPr lang="en-US" sz="2000"/>
              <a:t> </a:t>
            </a:r>
            <a:r>
              <a:rPr lang="en-US" sz="2000" err="1"/>
              <a:t>điều</a:t>
            </a:r>
            <a:r>
              <a:rPr lang="en-US" sz="2000"/>
              <a:t> </a:t>
            </a:r>
            <a:r>
              <a:rPr lang="en-US" sz="2000" err="1"/>
              <a:t>chế</a:t>
            </a:r>
            <a:endParaRPr lang="en-US" sz="2000"/>
          </a:p>
          <a:p>
            <a:r>
              <a:rPr lang="en-US" sz="2000"/>
              <a:t>Controller: </a:t>
            </a:r>
            <a:r>
              <a:rPr lang="en-US" sz="2000" err="1"/>
              <a:t>Bộ</a:t>
            </a:r>
            <a:r>
              <a:rPr lang="en-US" sz="2000"/>
              <a:t> </a:t>
            </a:r>
            <a:r>
              <a:rPr lang="en-US" sz="2000" err="1"/>
              <a:t>điều</a:t>
            </a:r>
            <a:r>
              <a:rPr lang="en-US" sz="2000"/>
              <a:t> </a:t>
            </a:r>
            <a:r>
              <a:rPr lang="en-US" sz="2000" err="1"/>
              <a:t>khiển</a:t>
            </a:r>
            <a:endParaRPr lang="en-US" sz="2000"/>
          </a:p>
          <a:p>
            <a:r>
              <a:rPr lang="en-US" sz="2000"/>
              <a:t>Setpoint: </a:t>
            </a:r>
            <a:r>
              <a:rPr lang="en-US" sz="2000" err="1"/>
              <a:t>tín</a:t>
            </a:r>
            <a:r>
              <a:rPr lang="en-US" sz="2000"/>
              <a:t> </a:t>
            </a:r>
            <a:r>
              <a:rPr lang="en-US" sz="2000" err="1"/>
              <a:t>hiệu</a:t>
            </a:r>
            <a:r>
              <a:rPr lang="en-US" sz="2000"/>
              <a:t> </a:t>
            </a:r>
            <a:r>
              <a:rPr lang="en-US" sz="2000" err="1"/>
              <a:t>đặt</a:t>
            </a:r>
            <a:endParaRPr lang="en-US" sz="2000"/>
          </a:p>
          <a:p>
            <a:r>
              <a:rPr lang="en-US" sz="2000"/>
              <a:t>Power supply: </a:t>
            </a:r>
            <a:r>
              <a:rPr lang="en-US" sz="2000" err="1"/>
              <a:t>nguồn</a:t>
            </a:r>
            <a:r>
              <a:rPr lang="en-US" sz="2000"/>
              <a:t> </a:t>
            </a:r>
            <a:r>
              <a:rPr lang="en-US" sz="2000" err="1"/>
              <a:t>điện</a:t>
            </a:r>
            <a:endParaRPr lang="en-US" sz="2000"/>
          </a:p>
          <a:p>
            <a:r>
              <a:rPr lang="en-US" sz="2000"/>
              <a:t>Feedback signal: </a:t>
            </a:r>
            <a:r>
              <a:rPr lang="en-US" sz="2000" err="1"/>
              <a:t>tín</a:t>
            </a:r>
            <a:r>
              <a:rPr lang="en-US" sz="2000"/>
              <a:t> </a:t>
            </a:r>
            <a:r>
              <a:rPr lang="en-US" sz="2000" err="1"/>
              <a:t>hiệu</a:t>
            </a:r>
            <a:r>
              <a:rPr lang="en-US" sz="2000"/>
              <a:t> </a:t>
            </a:r>
            <a:r>
              <a:rPr lang="en-US" sz="2000" err="1"/>
              <a:t>phản</a:t>
            </a:r>
            <a:r>
              <a:rPr lang="en-US" sz="2000"/>
              <a:t> </a:t>
            </a:r>
            <a:r>
              <a:rPr lang="en-US" sz="2000" err="1"/>
              <a:t>hồi</a:t>
            </a:r>
            <a:endParaRPr lang="en-US" sz="200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E23323A-A52C-4F43-89B0-76651B02E7EA}"/>
              </a:ext>
            </a:extLst>
          </p:cNvPr>
          <p:cNvGrpSpPr/>
          <p:nvPr/>
        </p:nvGrpSpPr>
        <p:grpSpPr>
          <a:xfrm>
            <a:off x="101600" y="761878"/>
            <a:ext cx="8922025" cy="2944210"/>
            <a:chOff x="101600" y="1224396"/>
            <a:chExt cx="8922025" cy="294421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2CD2427-6287-4CA2-AE49-E096CEAD7CB7}"/>
                </a:ext>
              </a:extLst>
            </p:cNvPr>
            <p:cNvGrpSpPr/>
            <p:nvPr/>
          </p:nvGrpSpPr>
          <p:grpSpPr>
            <a:xfrm>
              <a:off x="2607581" y="2058782"/>
              <a:ext cx="2220302" cy="1097280"/>
              <a:chOff x="2607581" y="2058782"/>
              <a:chExt cx="2220302" cy="109728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3F8CC1-F4F4-455E-BA22-2D632B569385}"/>
                  </a:ext>
                </a:extLst>
              </p:cNvPr>
              <p:cNvSpPr/>
              <p:nvPr/>
            </p:nvSpPr>
            <p:spPr>
              <a:xfrm>
                <a:off x="2607581" y="2058782"/>
                <a:ext cx="1282023" cy="109728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ysClr val="windowText" lastClr="000000"/>
                    </a:solidFill>
                  </a:rPr>
                  <a:t>Pulse width modulation</a:t>
                </a:r>
                <a:endParaRPr lang="en-SG" sz="160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3AAFDA2-1714-4104-82D0-56A0F170D0A3}"/>
                  </a:ext>
                </a:extLst>
              </p:cNvPr>
              <p:cNvCxnSpPr>
                <a:cxnSpLocks/>
                <a:stCxn id="8" idx="3"/>
                <a:endCxn id="57" idx="1"/>
              </p:cNvCxnSpPr>
              <p:nvPr/>
            </p:nvCxnSpPr>
            <p:spPr>
              <a:xfrm>
                <a:off x="3889604" y="2607422"/>
                <a:ext cx="870648" cy="211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DD9707-99DD-4516-8DC9-0790C253378F}"/>
                  </a:ext>
                </a:extLst>
              </p:cNvPr>
              <p:cNvSpPr txBox="1"/>
              <p:nvPr/>
            </p:nvSpPr>
            <p:spPr>
              <a:xfrm>
                <a:off x="4108804" y="2186331"/>
                <a:ext cx="7190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pulse</a:t>
                </a:r>
                <a:endParaRPr lang="en-SG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AD445A5-0A33-4F1F-BC17-C8525D7735AE}"/>
                </a:ext>
              </a:extLst>
            </p:cNvPr>
            <p:cNvGrpSpPr/>
            <p:nvPr/>
          </p:nvGrpSpPr>
          <p:grpSpPr>
            <a:xfrm>
              <a:off x="6621683" y="1993789"/>
              <a:ext cx="1638211" cy="1380994"/>
              <a:chOff x="6621683" y="1993789"/>
              <a:chExt cx="1638211" cy="1380994"/>
            </a:xfrm>
          </p:grpSpPr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BD85C992-3DEE-45E8-AD76-E76AB1F34384}"/>
                  </a:ext>
                </a:extLst>
              </p:cNvPr>
              <p:cNvSpPr/>
              <p:nvPr/>
            </p:nvSpPr>
            <p:spPr>
              <a:xfrm rot="1927659">
                <a:off x="6621683" y="2246013"/>
                <a:ext cx="728128" cy="693182"/>
              </a:xfrm>
              <a:prstGeom prst="arc">
                <a:avLst>
                  <a:gd name="adj1" fmla="val 16841945"/>
                  <a:gd name="adj2" fmla="val 854084"/>
                </a:avLst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10D81B23-2DC2-4739-BBC1-62C72EDC099E}"/>
                  </a:ext>
                </a:extLst>
              </p:cNvPr>
              <p:cNvSpPr/>
              <p:nvPr/>
            </p:nvSpPr>
            <p:spPr>
              <a:xfrm rot="1927659">
                <a:off x="6752531" y="2242321"/>
                <a:ext cx="725458" cy="700407"/>
              </a:xfrm>
              <a:prstGeom prst="arc">
                <a:avLst>
                  <a:gd name="adj1" fmla="val 16690405"/>
                  <a:gd name="adj2" fmla="val 854084"/>
                </a:avLst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6C912BD5-421E-4D3A-B2EA-C6BBC8FED530}"/>
                      </a:ext>
                    </a:extLst>
                  </p:cNvPr>
                  <p:cNvSpPr txBox="1"/>
                  <p:nvPr/>
                </p:nvSpPr>
                <p:spPr>
                  <a:xfrm>
                    <a:off x="7060211" y="2730382"/>
                    <a:ext cx="2709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SG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6C912BD5-421E-4D3A-B2EA-C6BBC8FED5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0211" y="2730382"/>
                    <a:ext cx="270933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71111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A524519-1A60-47E1-875B-43204721C316}"/>
                      </a:ext>
                    </a:extLst>
                  </p:cNvPr>
                  <p:cNvSpPr txBox="1"/>
                  <p:nvPr/>
                </p:nvSpPr>
                <p:spPr>
                  <a:xfrm>
                    <a:off x="7152324" y="1993789"/>
                    <a:ext cx="2709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SG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A524519-1A60-47E1-875B-43204721C3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2324" y="1993789"/>
                    <a:ext cx="27093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51111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182F619-6AFB-45CB-89AE-E0F35CDD013A}"/>
                      </a:ext>
                    </a:extLst>
                  </p:cNvPr>
                  <p:cNvSpPr txBox="1"/>
                  <p:nvPr/>
                </p:nvSpPr>
                <p:spPr>
                  <a:xfrm>
                    <a:off x="7542295" y="2728452"/>
                    <a:ext cx="71759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US" b="0" i="1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SG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182F619-6AFB-45CB-89AE-E0F35CDD01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2295" y="2728452"/>
                    <a:ext cx="717599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9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6089E71-16A5-4929-95E8-46041B30D86D}"/>
                </a:ext>
              </a:extLst>
            </p:cNvPr>
            <p:cNvGrpSpPr/>
            <p:nvPr/>
          </p:nvGrpSpPr>
          <p:grpSpPr>
            <a:xfrm>
              <a:off x="1920375" y="1434767"/>
              <a:ext cx="4505684" cy="2733839"/>
              <a:chOff x="1920375" y="1434767"/>
              <a:chExt cx="4505684" cy="2733839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B7D8C63-7CA6-46EE-91AF-3984168780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08805" y="1434767"/>
                <a:ext cx="21661" cy="262076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B4BB1B-92D9-4850-8FCE-BAA265E935F6}"/>
                  </a:ext>
                </a:extLst>
              </p:cNvPr>
              <p:cNvSpPr txBox="1"/>
              <p:nvPr/>
            </p:nvSpPr>
            <p:spPr>
              <a:xfrm>
                <a:off x="1920375" y="3796347"/>
                <a:ext cx="15075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Control circuit</a:t>
                </a:r>
                <a:endParaRPr lang="en-SG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703DB3-98A4-402C-B184-6942F833EC04}"/>
                  </a:ext>
                </a:extLst>
              </p:cNvPr>
              <p:cNvSpPr txBox="1"/>
              <p:nvPr/>
            </p:nvSpPr>
            <p:spPr>
              <a:xfrm>
                <a:off x="5018045" y="3799274"/>
                <a:ext cx="14080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Power circuit</a:t>
                </a:r>
                <a:endParaRPr lang="en-SG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52B93F4-80EA-4965-9065-A60513E2D4B6}"/>
                </a:ext>
              </a:extLst>
            </p:cNvPr>
            <p:cNvGrpSpPr/>
            <p:nvPr/>
          </p:nvGrpSpPr>
          <p:grpSpPr>
            <a:xfrm>
              <a:off x="1584953" y="2045795"/>
              <a:ext cx="6023731" cy="1813114"/>
              <a:chOff x="1584953" y="2045795"/>
              <a:chExt cx="6023731" cy="181311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578B1B1-53E9-47BF-907E-CFEE8593316C}"/>
                  </a:ext>
                </a:extLst>
              </p:cNvPr>
              <p:cNvSpPr/>
              <p:nvPr/>
            </p:nvSpPr>
            <p:spPr>
              <a:xfrm>
                <a:off x="5931778" y="2045795"/>
                <a:ext cx="116652" cy="11280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0AFA713-0C85-4599-AB40-C9BAB5CF4918}"/>
                  </a:ext>
                </a:extLst>
              </p:cNvPr>
              <p:cNvGrpSpPr/>
              <p:nvPr/>
            </p:nvGrpSpPr>
            <p:grpSpPr>
              <a:xfrm>
                <a:off x="1584953" y="2780497"/>
                <a:ext cx="6023731" cy="1078412"/>
                <a:chOff x="1584953" y="2780497"/>
                <a:chExt cx="6023731" cy="1078412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BCEBFA8-ABA8-4380-AC8F-85D6F88DD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608684" y="2780497"/>
                  <a:ext cx="0" cy="103850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5EEBE32C-F742-4C11-80B5-6D381E142F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84953" y="3810274"/>
                  <a:ext cx="6023731" cy="87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596017EF-3BA0-4B57-9EAD-B973B0986C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4953" y="3149712"/>
                  <a:ext cx="0" cy="66056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B26C5D0-063F-44ED-B092-D0277FF6A5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02514" y="3158440"/>
                  <a:ext cx="0" cy="43196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2FBFE8D-180D-4CA4-910E-2EA1B82A28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02514" y="3577045"/>
                  <a:ext cx="398759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9FBB860-36B8-449A-AAF0-91BA901D89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90104" y="3158440"/>
                  <a:ext cx="0" cy="41398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7512E4EE-1CC8-4857-A6CF-79FA393C4C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54542" y="3199577"/>
                      <a:ext cx="2709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oMath>
                        </m:oMathPara>
                      </a14:m>
                      <a:endParaRPr lang="en-SG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7512E4EE-1CC8-4857-A6CF-79FA393C4C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54542" y="3199577"/>
                      <a:ext cx="270933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B78E0892-50B3-4384-B38A-BDAA581123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35348" y="3440942"/>
                      <a:ext cx="2709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SG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B78E0892-50B3-4384-B38A-BDAA581123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35348" y="3440942"/>
                      <a:ext cx="270933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E071743-3F46-440C-8BAE-037429F22F09}"/>
                    </a:ext>
                  </a:extLst>
                </p:cNvPr>
                <p:cNvSpPr txBox="1"/>
                <p:nvPr/>
              </p:nvSpPr>
              <p:spPr>
                <a:xfrm>
                  <a:off x="4119915" y="3489577"/>
                  <a:ext cx="16640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Feedback signal</a:t>
                  </a:r>
                  <a:endParaRPr lang="en-SG"/>
                </a:p>
              </p:txBody>
            </p: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4926ED4-A09E-4786-952D-FE2B754D35F1}"/>
                </a:ext>
              </a:extLst>
            </p:cNvPr>
            <p:cNvGrpSpPr/>
            <p:nvPr/>
          </p:nvGrpSpPr>
          <p:grpSpPr>
            <a:xfrm>
              <a:off x="7042474" y="1584549"/>
              <a:ext cx="1203087" cy="1195948"/>
              <a:chOff x="7042474" y="1584549"/>
              <a:chExt cx="1203087" cy="119594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0F8DBC6-CDB4-4804-B6CE-487DCB752D8D}"/>
                  </a:ext>
                </a:extLst>
              </p:cNvPr>
              <p:cNvGrpSpPr/>
              <p:nvPr/>
            </p:nvGrpSpPr>
            <p:grpSpPr>
              <a:xfrm>
                <a:off x="7042474" y="2404551"/>
                <a:ext cx="1083211" cy="375946"/>
                <a:chOff x="7042474" y="2404551"/>
                <a:chExt cx="1083211" cy="375946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CDD4458-6AFA-4CE0-8DBF-F92DB38E6813}"/>
                    </a:ext>
                  </a:extLst>
                </p:cNvPr>
                <p:cNvSpPr/>
                <p:nvPr/>
              </p:nvSpPr>
              <p:spPr>
                <a:xfrm>
                  <a:off x="7499674" y="2404551"/>
                  <a:ext cx="223453" cy="3759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675B47-6537-4624-816F-F1AF3640E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2474" y="2490065"/>
                  <a:ext cx="4572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037CD2E4-3228-4CF4-B992-0EFD5C64C0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2474" y="2718334"/>
                  <a:ext cx="4572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0258E6A-1127-48AE-A2D8-BC483BF8B4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23127" y="2490065"/>
                  <a:ext cx="40255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4CD527B-4EE1-49C4-B131-36D2C077D7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23127" y="2718334"/>
                  <a:ext cx="40255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DA34FF-725F-4039-872A-CDA61BA1E743}"/>
                  </a:ext>
                </a:extLst>
              </p:cNvPr>
              <p:cNvSpPr txBox="1"/>
              <p:nvPr/>
            </p:nvSpPr>
            <p:spPr>
              <a:xfrm>
                <a:off x="7235348" y="1584549"/>
                <a:ext cx="10102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Coupling</a:t>
                </a:r>
                <a:endParaRPr lang="en-SG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ADDDE62-DB51-4A68-9ACE-307DD22971B5}"/>
                  </a:ext>
                </a:extLst>
              </p:cNvPr>
              <p:cNvCxnSpPr>
                <a:cxnSpLocks/>
                <a:stCxn id="37" idx="0"/>
                <a:endCxn id="35" idx="2"/>
              </p:cNvCxnSpPr>
              <p:nvPr/>
            </p:nvCxnSpPr>
            <p:spPr>
              <a:xfrm flipV="1">
                <a:off x="7611401" y="1953881"/>
                <a:ext cx="129054" cy="45067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B73AEC2-0222-41F5-B0D6-2A7096FD9DEC}"/>
                </a:ext>
              </a:extLst>
            </p:cNvPr>
            <p:cNvGrpSpPr/>
            <p:nvPr/>
          </p:nvGrpSpPr>
          <p:grpSpPr>
            <a:xfrm>
              <a:off x="101600" y="2058781"/>
              <a:ext cx="2505981" cy="1097280"/>
              <a:chOff x="101600" y="2058781"/>
              <a:chExt cx="2505981" cy="109728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CB61BF3-5447-49AF-9BAB-30841556C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283" y="2610676"/>
                <a:ext cx="1047536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6734C741-F5E6-4801-94C0-9C72F4857797}"/>
                  </a:ext>
                </a:extLst>
              </p:cNvPr>
              <p:cNvGrpSpPr/>
              <p:nvPr/>
            </p:nvGrpSpPr>
            <p:grpSpPr>
              <a:xfrm>
                <a:off x="101600" y="2058781"/>
                <a:ext cx="2505981" cy="1097280"/>
                <a:chOff x="101600" y="2058781"/>
                <a:chExt cx="2505981" cy="1097280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0F13B82D-CA29-4EB6-A12D-A51845611263}"/>
                    </a:ext>
                  </a:extLst>
                </p:cNvPr>
                <p:cNvSpPr/>
                <p:nvPr/>
              </p:nvSpPr>
              <p:spPr>
                <a:xfrm>
                  <a:off x="1197819" y="2058781"/>
                  <a:ext cx="1141010" cy="1097280"/>
                </a:xfrm>
                <a:prstGeom prst="rect">
                  <a:avLst/>
                </a:pr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ysClr val="windowText" lastClr="000000"/>
                      </a:solidFill>
                    </a:rPr>
                    <a:t>Controller</a:t>
                  </a:r>
                  <a:endParaRPr lang="en-SG" sz="160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8C25869-5A4A-43E2-B4D6-1E1BEE0AA1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36648" y="2607422"/>
                  <a:ext cx="27093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5029343-6CA2-4114-A0AC-F1E45E60D66C}"/>
                    </a:ext>
                  </a:extLst>
                </p:cNvPr>
                <p:cNvSpPr txBox="1"/>
                <p:nvPr/>
              </p:nvSpPr>
              <p:spPr>
                <a:xfrm>
                  <a:off x="101600" y="2626598"/>
                  <a:ext cx="12102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Reference</a:t>
                  </a:r>
                  <a:endParaRPr lang="en-S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AA398EB3-DC34-4EFD-B172-BBCB591681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81525" y="2186146"/>
                      <a:ext cx="2709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oMath>
                        </m:oMathPara>
                      </a14:m>
                      <a:endParaRPr lang="en-SG"/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AA398EB3-DC34-4EFD-B172-BBCB591681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1525" y="2186146"/>
                      <a:ext cx="270933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3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496FD70-735A-40AC-A013-6BA945FC19D1}"/>
                    </a:ext>
                  </a:extLst>
                </p:cNvPr>
                <p:cNvSpPr txBox="1"/>
                <p:nvPr/>
              </p:nvSpPr>
              <p:spPr>
                <a:xfrm>
                  <a:off x="123445" y="2219885"/>
                  <a:ext cx="11811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Set point</a:t>
                  </a:r>
                  <a:endParaRPr lang="en-SG"/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FC616DC-B34E-45EC-808B-DF95AB6BA0C6}"/>
                </a:ext>
              </a:extLst>
            </p:cNvPr>
            <p:cNvGrpSpPr/>
            <p:nvPr/>
          </p:nvGrpSpPr>
          <p:grpSpPr>
            <a:xfrm>
              <a:off x="4209339" y="1224396"/>
              <a:ext cx="2251194" cy="1933781"/>
              <a:chOff x="4209339" y="1224396"/>
              <a:chExt cx="2251194" cy="1933781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54B55C5-AC45-4CAE-82E3-5D96EAF42F4F}"/>
                  </a:ext>
                </a:extLst>
              </p:cNvPr>
              <p:cNvCxnSpPr>
                <a:cxnSpLocks/>
                <a:stCxn id="57" idx="3"/>
                <a:endCxn id="68" idx="2"/>
              </p:cNvCxnSpPr>
              <p:nvPr/>
            </p:nvCxnSpPr>
            <p:spPr>
              <a:xfrm>
                <a:off x="5872573" y="2609537"/>
                <a:ext cx="258888" cy="26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1A371E-6EFF-4282-BCF8-FE2D9C53790E}"/>
                  </a:ext>
                </a:extLst>
              </p:cNvPr>
              <p:cNvGrpSpPr/>
              <p:nvPr/>
            </p:nvGrpSpPr>
            <p:grpSpPr>
              <a:xfrm>
                <a:off x="4209339" y="1224396"/>
                <a:ext cx="2251194" cy="1933781"/>
                <a:chOff x="4209339" y="1224396"/>
                <a:chExt cx="2251194" cy="1933781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DBA14702-22DA-4D88-9B54-1865B1870D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59149" y="1551105"/>
                  <a:ext cx="91440" cy="91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916E9F9-841B-4CBB-B5E2-7869F61FAC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263793" y="1551105"/>
                  <a:ext cx="91440" cy="91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18642BCF-F18C-4140-882C-C2AFEB15CF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9693" y="1551105"/>
                  <a:ext cx="91440" cy="91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DCD28641-E491-407A-9BCE-8E826409B9D0}"/>
                    </a:ext>
                  </a:extLst>
                </p:cNvPr>
                <p:cNvGrpSpPr/>
                <p:nvPr/>
              </p:nvGrpSpPr>
              <p:grpSpPr>
                <a:xfrm>
                  <a:off x="4209339" y="1224396"/>
                  <a:ext cx="2251194" cy="1933781"/>
                  <a:chOff x="4197294" y="1224658"/>
                  <a:chExt cx="2251194" cy="1933781"/>
                </a:xfrm>
              </p:grpSpPr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447A1082-F673-4734-9E01-03E0DE2654D6}"/>
                      </a:ext>
                    </a:extLst>
                  </p:cNvPr>
                  <p:cNvSpPr/>
                  <p:nvPr/>
                </p:nvSpPr>
                <p:spPr>
                  <a:xfrm>
                    <a:off x="4748207" y="2061159"/>
                    <a:ext cx="1112321" cy="1097280"/>
                  </a:xfrm>
                  <a:prstGeom prst="rect">
                    <a:avLst/>
                  </a:prstGeom>
                  <a:ln/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>
                        <a:solidFill>
                          <a:sysClr val="windowText" lastClr="000000"/>
                        </a:solidFill>
                      </a:rPr>
                      <a:t>Power Converter</a:t>
                    </a:r>
                    <a:endParaRPr lang="en-SG" sz="1600">
                      <a:solidFill>
                        <a:sysClr val="windowText" lastClr="000000"/>
                      </a:solidFill>
                    </a:endParaRP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44219E85-F66B-455A-BF73-38DB3C2751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296813" y="1642545"/>
                    <a:ext cx="0" cy="42145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63598650-7E43-4864-BABB-F9ECD8A832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15888" y="1642545"/>
                    <a:ext cx="0" cy="42145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05D54ABC-9D2E-4EB4-A3E9-06A03FC526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95344" y="1642545"/>
                    <a:ext cx="0" cy="42145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84EE993B-6CCD-4548-B31E-7B11AA190D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97294" y="1224658"/>
                    <a:ext cx="22511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/>
                      <a:t>3-phase power supply</a:t>
                    </a:r>
                    <a:endParaRPr lang="en-SG"/>
                  </a:p>
                </p:txBody>
              </p:sp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92A6BF08-79FE-43FB-8EE9-F507098080CE}"/>
                      </a:ext>
                    </a:extLst>
                  </p:cNvPr>
                  <p:cNvGrpSpPr/>
                  <p:nvPr/>
                </p:nvGrpSpPr>
                <p:grpSpPr>
                  <a:xfrm>
                    <a:off x="5854637" y="2364255"/>
                    <a:ext cx="330417" cy="490936"/>
                    <a:chOff x="5854637" y="2364255"/>
                    <a:chExt cx="330417" cy="490936"/>
                  </a:xfrm>
                </p:grpSpPr>
                <p:cxnSp>
                  <p:nvCxnSpPr>
                    <p:cNvPr id="63" name="Straight Connector 62">
                      <a:extLst>
                        <a:ext uri="{FF2B5EF4-FFF2-40B4-BE49-F238E27FC236}">
                          <a16:creationId xmlns:a16="http://schemas.microsoft.com/office/drawing/2014/main" id="{5FA59CCA-3FD8-43C8-B7A2-E18114BEB81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0528" y="2364255"/>
                      <a:ext cx="324526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" name="Straight Connector 63">
                      <a:extLst>
                        <a:ext uri="{FF2B5EF4-FFF2-40B4-BE49-F238E27FC236}">
                          <a16:creationId xmlns:a16="http://schemas.microsoft.com/office/drawing/2014/main" id="{9B1D7D6B-1B98-4B2F-A8F3-023ECF7D67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54637" y="2855191"/>
                      <a:ext cx="324526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419A93D-488A-41F7-BB2C-4267A9721CDF}"/>
                </a:ext>
              </a:extLst>
            </p:cNvPr>
            <p:cNvGrpSpPr/>
            <p:nvPr/>
          </p:nvGrpSpPr>
          <p:grpSpPr>
            <a:xfrm>
              <a:off x="6131461" y="2058782"/>
              <a:ext cx="2892164" cy="1099657"/>
              <a:chOff x="6131461" y="2058782"/>
              <a:chExt cx="2892164" cy="1099657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F32DB424-1F31-4CD5-9076-2090759F4A5F}"/>
                  </a:ext>
                </a:extLst>
              </p:cNvPr>
              <p:cNvGrpSpPr/>
              <p:nvPr/>
            </p:nvGrpSpPr>
            <p:grpSpPr>
              <a:xfrm>
                <a:off x="6131461" y="2058782"/>
                <a:ext cx="2892164" cy="1099657"/>
                <a:chOff x="6131461" y="2058782"/>
                <a:chExt cx="2892164" cy="1099657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7A5F182E-BA07-47FD-9E8C-7D0618561EFE}"/>
                    </a:ext>
                  </a:extLst>
                </p:cNvPr>
                <p:cNvSpPr/>
                <p:nvPr/>
              </p:nvSpPr>
              <p:spPr>
                <a:xfrm>
                  <a:off x="6131461" y="2061159"/>
                  <a:ext cx="1097280" cy="109728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ysClr val="windowText" lastClr="000000"/>
                      </a:solidFill>
                    </a:rPr>
                    <a:t>Motor</a:t>
                  </a:r>
                  <a:endParaRPr lang="en-SG" sz="160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D73BCE4F-DC84-4701-89E6-62F7B1FF1EDB}"/>
                    </a:ext>
                  </a:extLst>
                </p:cNvPr>
                <p:cNvSpPr/>
                <p:nvPr/>
              </p:nvSpPr>
              <p:spPr>
                <a:xfrm>
                  <a:off x="8125685" y="2058782"/>
                  <a:ext cx="897940" cy="1097280"/>
                </a:xfrm>
                <a:prstGeom prst="rect">
                  <a:avLst/>
                </a:prstGeom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Load</a:t>
                  </a:r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D770120-A035-4C64-AC58-3097BBCB26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14341" y="2242719"/>
                <a:ext cx="731520" cy="7315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ysClr val="windowText" lastClr="000000"/>
                  </a:solidFill>
                </a:endParaRPr>
              </a:p>
            </p:txBody>
          </p:sp>
        </p:grp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4E3B5-8DCA-4169-9EFE-2F27C0DC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26B8-C083-4BAA-BE4C-5676C86827A5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3A4D3-1B8E-4878-A94F-B7785D04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4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/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nghĩa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ACCADC-68CB-4AE6-ADA8-1F55176D470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3911212"/>
                <a:ext cx="8674100" cy="2326099"/>
              </a:xfrm>
            </p:spPr>
            <p:txBody>
              <a:bodyPr/>
              <a:lstStyle/>
              <a:p>
                <a:r>
                  <a:rPr lang="en-US" sz="2000"/>
                  <a:t>Electric torque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000" dirty="0" smtClean="0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sz="2000"/>
                  <a:t> [Nm]	: Moment </a:t>
                </a:r>
                <a:r>
                  <a:rPr lang="en-US" sz="2000" err="1"/>
                  <a:t>trên</a:t>
                </a:r>
                <a:r>
                  <a:rPr lang="en-US" sz="2000"/>
                  <a:t> </a:t>
                </a:r>
                <a:r>
                  <a:rPr lang="en-US" sz="2000" err="1"/>
                  <a:t>đầu</a:t>
                </a:r>
                <a:r>
                  <a:rPr lang="en-US" sz="2000"/>
                  <a:t> </a:t>
                </a:r>
                <a:r>
                  <a:rPr lang="en-US" sz="2000" err="1"/>
                  <a:t>trục</a:t>
                </a:r>
                <a:r>
                  <a:rPr lang="en-US" sz="2000"/>
                  <a:t> </a:t>
                </a:r>
                <a:r>
                  <a:rPr lang="en-US" sz="2000" err="1"/>
                  <a:t>động</a:t>
                </a:r>
                <a:r>
                  <a:rPr lang="en-US" sz="2000"/>
                  <a:t> </a:t>
                </a:r>
                <a:r>
                  <a:rPr lang="en-US" sz="2000" err="1"/>
                  <a:t>cơ</a:t>
                </a:r>
                <a:endParaRPr lang="en-US" sz="2000"/>
              </a:p>
              <a:p>
                <a:r>
                  <a:rPr lang="en-US" sz="2000"/>
                  <a:t>Load torque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000"/>
                  <a:t> [Nm]		: Moment </a:t>
                </a:r>
                <a:r>
                  <a:rPr lang="en-US" sz="2000" err="1"/>
                  <a:t>xoắn</a:t>
                </a:r>
                <a:r>
                  <a:rPr lang="en-US" sz="2000"/>
                  <a:t> </a:t>
                </a:r>
                <a:r>
                  <a:rPr lang="en-US" sz="2000" err="1"/>
                  <a:t>trên</a:t>
                </a:r>
                <a:r>
                  <a:rPr lang="en-US" sz="2000"/>
                  <a:t> </a:t>
                </a:r>
                <a:r>
                  <a:rPr lang="en-US" sz="2000" err="1"/>
                  <a:t>tải</a:t>
                </a:r>
                <a:r>
                  <a:rPr lang="en-US" sz="2000"/>
                  <a:t> </a:t>
                </a:r>
                <a:r>
                  <a:rPr lang="en-US" sz="2000" err="1"/>
                  <a:t>quy</a:t>
                </a:r>
                <a:r>
                  <a:rPr lang="en-US" sz="2000"/>
                  <a:t> </a:t>
                </a:r>
                <a:r>
                  <a:rPr lang="en-US" sz="2000" err="1"/>
                  <a:t>về</a:t>
                </a:r>
                <a:r>
                  <a:rPr lang="en-US" sz="2000"/>
                  <a:t> </a:t>
                </a:r>
                <a:r>
                  <a:rPr lang="en-US" sz="2000" err="1"/>
                  <a:t>động</a:t>
                </a:r>
                <a:r>
                  <a:rPr lang="en-US" sz="2000"/>
                  <a:t> </a:t>
                </a:r>
                <a:r>
                  <a:rPr lang="en-US" sz="2000" err="1"/>
                  <a:t>cơ</a:t>
                </a:r>
                <a:endParaRPr lang="en-US" sz="2000"/>
              </a:p>
              <a:p>
                <a:r>
                  <a:rPr lang="en-US" sz="2000"/>
                  <a:t>Rotation speed of load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000"/>
                  <a:t> [rad/s]		: </a:t>
                </a:r>
                <a:r>
                  <a:rPr lang="en-US" sz="2000" err="1"/>
                  <a:t>Tốc</a:t>
                </a:r>
                <a:r>
                  <a:rPr lang="en-US" sz="2000"/>
                  <a:t> </a:t>
                </a:r>
                <a:r>
                  <a:rPr lang="en-US" sz="2000" err="1"/>
                  <a:t>độ</a:t>
                </a:r>
                <a:r>
                  <a:rPr lang="en-US" sz="2000"/>
                  <a:t> quay </a:t>
                </a:r>
                <a:r>
                  <a:rPr lang="en-US" sz="2000" err="1"/>
                  <a:t>của</a:t>
                </a:r>
                <a:r>
                  <a:rPr lang="en-US" sz="2000"/>
                  <a:t> </a:t>
                </a:r>
                <a:r>
                  <a:rPr lang="en-US" sz="2000" err="1"/>
                  <a:t>tải</a:t>
                </a:r>
                <a:r>
                  <a:rPr lang="en-US" sz="2000"/>
                  <a:t> </a:t>
                </a:r>
                <a:r>
                  <a:rPr lang="en-US" sz="2000" err="1"/>
                  <a:t>sau</a:t>
                </a:r>
                <a:r>
                  <a:rPr lang="en-US" sz="2000"/>
                  <a:t> </a:t>
                </a:r>
                <a:r>
                  <a:rPr lang="en-US" sz="2000" err="1"/>
                  <a:t>hộp</a:t>
                </a:r>
                <a:r>
                  <a:rPr lang="en-US" sz="2000"/>
                  <a:t> </a:t>
                </a:r>
                <a:r>
                  <a:rPr lang="en-US" sz="2000" err="1"/>
                  <a:t>số</a:t>
                </a:r>
                <a:endParaRPr lang="en-US" sz="2000"/>
              </a:p>
              <a:p>
                <a:r>
                  <a:rPr lang="en-US" sz="2000"/>
                  <a:t>Rotation speed of motor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sz="2000"/>
                  <a:t> [rad/s]	: </a:t>
                </a:r>
                <a:r>
                  <a:rPr lang="en-US" sz="2000" err="1"/>
                  <a:t>Tốc</a:t>
                </a:r>
                <a:r>
                  <a:rPr lang="en-US" sz="2000"/>
                  <a:t> </a:t>
                </a:r>
                <a:r>
                  <a:rPr lang="en-US" sz="2000" err="1"/>
                  <a:t>độ</a:t>
                </a:r>
                <a:r>
                  <a:rPr lang="en-US" sz="2000"/>
                  <a:t> </a:t>
                </a:r>
                <a:r>
                  <a:rPr lang="en-US" sz="2000" err="1"/>
                  <a:t>đầu</a:t>
                </a:r>
                <a:r>
                  <a:rPr lang="en-US" sz="2000"/>
                  <a:t> </a:t>
                </a:r>
                <a:r>
                  <a:rPr lang="en-US" sz="2000" err="1"/>
                  <a:t>trục</a:t>
                </a:r>
                <a:r>
                  <a:rPr lang="en-US" sz="2000"/>
                  <a:t> </a:t>
                </a:r>
                <a:r>
                  <a:rPr lang="en-US" sz="2000" err="1"/>
                  <a:t>động</a:t>
                </a:r>
                <a:r>
                  <a:rPr lang="en-US" sz="2000"/>
                  <a:t> </a:t>
                </a:r>
                <a:r>
                  <a:rPr lang="en-US" sz="2000" err="1"/>
                  <a:t>cơ</a:t>
                </a:r>
                <a:endParaRPr lang="en-US" sz="2000"/>
              </a:p>
              <a:p>
                <a:r>
                  <a:rPr lang="en-US" sz="2000"/>
                  <a:t>Sensing speed - </a:t>
                </a:r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2000"/>
                  <a:t> [rad/s]		: </a:t>
                </a:r>
                <a:r>
                  <a:rPr lang="en-US" sz="2000" err="1"/>
                  <a:t>Tốc</a:t>
                </a:r>
                <a:r>
                  <a:rPr lang="en-US" sz="2000"/>
                  <a:t> </a:t>
                </a:r>
                <a:r>
                  <a:rPr lang="en-US" sz="2000" err="1"/>
                  <a:t>độ</a:t>
                </a:r>
                <a:r>
                  <a:rPr lang="en-US" sz="2000"/>
                  <a:t> </a:t>
                </a:r>
                <a:r>
                  <a:rPr lang="en-US" sz="2000" err="1"/>
                  <a:t>phản</a:t>
                </a:r>
                <a:r>
                  <a:rPr lang="en-US" sz="2000"/>
                  <a:t> </a:t>
                </a:r>
                <a:r>
                  <a:rPr lang="en-US" sz="2000" err="1"/>
                  <a:t>hồi</a:t>
                </a:r>
                <a:endParaRPr lang="en-US" sz="2000"/>
              </a:p>
              <a:p>
                <a:r>
                  <a:rPr lang="en-US" sz="2000"/>
                  <a:t>Phase current – I [A]			: </a:t>
                </a:r>
                <a:r>
                  <a:rPr lang="en-US" sz="2000" err="1"/>
                  <a:t>Dòng</a:t>
                </a:r>
                <a:r>
                  <a:rPr lang="en-US" sz="2000"/>
                  <a:t> </a:t>
                </a:r>
                <a:r>
                  <a:rPr lang="en-US" sz="2000" err="1"/>
                  <a:t>điện</a:t>
                </a:r>
                <a:r>
                  <a:rPr lang="en-US" sz="2000"/>
                  <a:t> </a:t>
                </a:r>
                <a:r>
                  <a:rPr lang="en-US" sz="2000" err="1"/>
                  <a:t>pha</a:t>
                </a:r>
                <a:r>
                  <a:rPr lang="en-US" sz="2000"/>
                  <a:t> </a:t>
                </a:r>
                <a:r>
                  <a:rPr lang="en-US" sz="2000" err="1"/>
                  <a:t>động</a:t>
                </a:r>
                <a:r>
                  <a:rPr lang="en-US" sz="2000"/>
                  <a:t> c</a:t>
                </a:r>
                <a:r>
                  <a:rPr lang="vi-VN" sz="2000"/>
                  <a:t>ơ</a:t>
                </a:r>
                <a:endParaRPr lang="en-US" sz="2000"/>
              </a:p>
              <a:p>
                <a:endParaRPr lang="en-US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ACCADC-68CB-4AE6-ADA8-1F55176D47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3911212"/>
                <a:ext cx="8674100" cy="2326099"/>
              </a:xfrm>
              <a:blipFill>
                <a:blip r:embed="rId2"/>
                <a:stretch>
                  <a:fillRect l="-633" t="-2625"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AE23323A-A52C-4F43-89B0-76651B02E7EA}"/>
              </a:ext>
            </a:extLst>
          </p:cNvPr>
          <p:cNvGrpSpPr/>
          <p:nvPr/>
        </p:nvGrpSpPr>
        <p:grpSpPr>
          <a:xfrm>
            <a:off x="101600" y="761878"/>
            <a:ext cx="8922025" cy="2944210"/>
            <a:chOff x="101600" y="1224396"/>
            <a:chExt cx="8922025" cy="294421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2CD2427-6287-4CA2-AE49-E096CEAD7CB7}"/>
                </a:ext>
              </a:extLst>
            </p:cNvPr>
            <p:cNvGrpSpPr/>
            <p:nvPr/>
          </p:nvGrpSpPr>
          <p:grpSpPr>
            <a:xfrm>
              <a:off x="2607581" y="2058782"/>
              <a:ext cx="2281224" cy="1097280"/>
              <a:chOff x="2607581" y="2058782"/>
              <a:chExt cx="2281224" cy="109728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3F8CC1-F4F4-455E-BA22-2D632B569385}"/>
                  </a:ext>
                </a:extLst>
              </p:cNvPr>
              <p:cNvSpPr/>
              <p:nvPr/>
            </p:nvSpPr>
            <p:spPr>
              <a:xfrm>
                <a:off x="2607581" y="2058782"/>
                <a:ext cx="1282023" cy="109728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ysClr val="windowText" lastClr="000000"/>
                    </a:solidFill>
                  </a:rPr>
                  <a:t>Pulse width modulation</a:t>
                </a:r>
                <a:endParaRPr lang="en-SG" sz="160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3AAFDA2-1714-4104-82D0-56A0F170D0A3}"/>
                  </a:ext>
                </a:extLst>
              </p:cNvPr>
              <p:cNvCxnSpPr>
                <a:cxnSpLocks/>
                <a:stCxn id="8" idx="3"/>
                <a:endCxn id="57" idx="1"/>
              </p:cNvCxnSpPr>
              <p:nvPr/>
            </p:nvCxnSpPr>
            <p:spPr>
              <a:xfrm>
                <a:off x="3889604" y="2607422"/>
                <a:ext cx="870648" cy="211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DD9707-99DD-4516-8DC9-0790C253378F}"/>
                  </a:ext>
                </a:extLst>
              </p:cNvPr>
              <p:cNvSpPr txBox="1"/>
              <p:nvPr/>
            </p:nvSpPr>
            <p:spPr>
              <a:xfrm>
                <a:off x="4108804" y="2186331"/>
                <a:ext cx="7800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pulse</a:t>
                </a:r>
                <a:endParaRPr lang="en-SG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AD445A5-0A33-4F1F-BC17-C8525D7735AE}"/>
                </a:ext>
              </a:extLst>
            </p:cNvPr>
            <p:cNvGrpSpPr/>
            <p:nvPr/>
          </p:nvGrpSpPr>
          <p:grpSpPr>
            <a:xfrm>
              <a:off x="6621683" y="1993789"/>
              <a:ext cx="1638211" cy="1380994"/>
              <a:chOff x="6621683" y="1993789"/>
              <a:chExt cx="1638211" cy="1380994"/>
            </a:xfrm>
          </p:grpSpPr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BD85C992-3DEE-45E8-AD76-E76AB1F34384}"/>
                  </a:ext>
                </a:extLst>
              </p:cNvPr>
              <p:cNvSpPr/>
              <p:nvPr/>
            </p:nvSpPr>
            <p:spPr>
              <a:xfrm rot="1927659">
                <a:off x="6621683" y="2246013"/>
                <a:ext cx="728128" cy="693182"/>
              </a:xfrm>
              <a:prstGeom prst="arc">
                <a:avLst>
                  <a:gd name="adj1" fmla="val 16841945"/>
                  <a:gd name="adj2" fmla="val 854084"/>
                </a:avLst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10D81B23-2DC2-4739-BBC1-62C72EDC099E}"/>
                  </a:ext>
                </a:extLst>
              </p:cNvPr>
              <p:cNvSpPr/>
              <p:nvPr/>
            </p:nvSpPr>
            <p:spPr>
              <a:xfrm rot="1927659">
                <a:off x="6752531" y="2242321"/>
                <a:ext cx="725458" cy="700407"/>
              </a:xfrm>
              <a:prstGeom prst="arc">
                <a:avLst>
                  <a:gd name="adj1" fmla="val 16690405"/>
                  <a:gd name="adj2" fmla="val 854084"/>
                </a:avLst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6C912BD5-421E-4D3A-B2EA-C6BBC8FED530}"/>
                      </a:ext>
                    </a:extLst>
                  </p:cNvPr>
                  <p:cNvSpPr txBox="1"/>
                  <p:nvPr/>
                </p:nvSpPr>
                <p:spPr>
                  <a:xfrm>
                    <a:off x="7060211" y="2730382"/>
                    <a:ext cx="2709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SG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6C912BD5-421E-4D3A-B2EA-C6BBC8FED5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0211" y="2730382"/>
                    <a:ext cx="27093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71111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A524519-1A60-47E1-875B-43204721C316}"/>
                      </a:ext>
                    </a:extLst>
                  </p:cNvPr>
                  <p:cNvSpPr txBox="1"/>
                  <p:nvPr/>
                </p:nvSpPr>
                <p:spPr>
                  <a:xfrm>
                    <a:off x="7152324" y="1993789"/>
                    <a:ext cx="2709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SG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A524519-1A60-47E1-875B-43204721C3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2324" y="1993789"/>
                    <a:ext cx="270933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51111" b="-16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182F619-6AFB-45CB-89AE-E0F35CDD013A}"/>
                      </a:ext>
                    </a:extLst>
                  </p:cNvPr>
                  <p:cNvSpPr txBox="1"/>
                  <p:nvPr/>
                </p:nvSpPr>
                <p:spPr>
                  <a:xfrm>
                    <a:off x="7542295" y="2728452"/>
                    <a:ext cx="71759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US" b="0" i="1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SG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182F619-6AFB-45CB-89AE-E0F35CDD01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2295" y="2728452"/>
                    <a:ext cx="717599" cy="6463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6089E71-16A5-4929-95E8-46041B30D86D}"/>
                </a:ext>
              </a:extLst>
            </p:cNvPr>
            <p:cNvGrpSpPr/>
            <p:nvPr/>
          </p:nvGrpSpPr>
          <p:grpSpPr>
            <a:xfrm>
              <a:off x="1920375" y="1434767"/>
              <a:ext cx="4505684" cy="2733839"/>
              <a:chOff x="1920375" y="1434767"/>
              <a:chExt cx="4505684" cy="2733839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B7D8C63-7CA6-46EE-91AF-3984168780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08805" y="1434767"/>
                <a:ext cx="21661" cy="262076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B4BB1B-92D9-4850-8FCE-BAA265E935F6}"/>
                  </a:ext>
                </a:extLst>
              </p:cNvPr>
              <p:cNvSpPr txBox="1"/>
              <p:nvPr/>
            </p:nvSpPr>
            <p:spPr>
              <a:xfrm>
                <a:off x="1920375" y="3796347"/>
                <a:ext cx="15075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Control circuit</a:t>
                </a:r>
                <a:endParaRPr lang="en-SG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703DB3-98A4-402C-B184-6942F833EC04}"/>
                  </a:ext>
                </a:extLst>
              </p:cNvPr>
              <p:cNvSpPr txBox="1"/>
              <p:nvPr/>
            </p:nvSpPr>
            <p:spPr>
              <a:xfrm>
                <a:off x="5018045" y="3799274"/>
                <a:ext cx="14080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Power circuit</a:t>
                </a:r>
                <a:endParaRPr lang="en-SG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52B93F4-80EA-4965-9065-A60513E2D4B6}"/>
                </a:ext>
              </a:extLst>
            </p:cNvPr>
            <p:cNvGrpSpPr/>
            <p:nvPr/>
          </p:nvGrpSpPr>
          <p:grpSpPr>
            <a:xfrm>
              <a:off x="1584953" y="2045795"/>
              <a:ext cx="6023731" cy="1813114"/>
              <a:chOff x="1584953" y="2045795"/>
              <a:chExt cx="6023731" cy="181311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578B1B1-53E9-47BF-907E-CFEE8593316C}"/>
                  </a:ext>
                </a:extLst>
              </p:cNvPr>
              <p:cNvSpPr/>
              <p:nvPr/>
            </p:nvSpPr>
            <p:spPr>
              <a:xfrm>
                <a:off x="5931778" y="2045795"/>
                <a:ext cx="116652" cy="11280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0AFA713-0C85-4599-AB40-C9BAB5CF4918}"/>
                  </a:ext>
                </a:extLst>
              </p:cNvPr>
              <p:cNvGrpSpPr/>
              <p:nvPr/>
            </p:nvGrpSpPr>
            <p:grpSpPr>
              <a:xfrm>
                <a:off x="1584953" y="2780497"/>
                <a:ext cx="6023731" cy="1078412"/>
                <a:chOff x="1584953" y="2780497"/>
                <a:chExt cx="6023731" cy="1078412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BCEBFA8-ABA8-4380-AC8F-85D6F88DD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608684" y="2780497"/>
                  <a:ext cx="0" cy="103850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5EEBE32C-F742-4C11-80B5-6D381E142F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84953" y="3810274"/>
                  <a:ext cx="6023731" cy="87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596017EF-3BA0-4B57-9EAD-B973B0986C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84953" y="3149712"/>
                  <a:ext cx="0" cy="66056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B26C5D0-063F-44ED-B092-D0277FF6A5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02514" y="3158440"/>
                  <a:ext cx="0" cy="43196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2FBFE8D-180D-4CA4-910E-2EA1B82A28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02514" y="3577045"/>
                  <a:ext cx="398759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9FBB860-36B8-449A-AAF0-91BA901D89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90104" y="3158440"/>
                  <a:ext cx="0" cy="41398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7512E4EE-1CC8-4857-A6CF-79FA393C4C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54542" y="3199577"/>
                      <a:ext cx="2709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oMath>
                        </m:oMathPara>
                      </a14:m>
                      <a:endParaRPr lang="en-SG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7512E4EE-1CC8-4857-A6CF-79FA393C4C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54542" y="3199577"/>
                      <a:ext cx="270933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B78E0892-50B3-4384-B38A-BDAA581123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35348" y="3440942"/>
                      <a:ext cx="2709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SG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B78E0892-50B3-4384-B38A-BDAA581123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35348" y="3440942"/>
                      <a:ext cx="270933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204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E071743-3F46-440C-8BAE-037429F22F09}"/>
                    </a:ext>
                  </a:extLst>
                </p:cNvPr>
                <p:cNvSpPr txBox="1"/>
                <p:nvPr/>
              </p:nvSpPr>
              <p:spPr>
                <a:xfrm>
                  <a:off x="4119915" y="3489577"/>
                  <a:ext cx="16640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Feedback signal</a:t>
                  </a:r>
                  <a:endParaRPr lang="en-SG"/>
                </a:p>
              </p:txBody>
            </p: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4926ED4-A09E-4786-952D-FE2B754D35F1}"/>
                </a:ext>
              </a:extLst>
            </p:cNvPr>
            <p:cNvGrpSpPr/>
            <p:nvPr/>
          </p:nvGrpSpPr>
          <p:grpSpPr>
            <a:xfrm>
              <a:off x="7042474" y="1584549"/>
              <a:ext cx="1203087" cy="1195948"/>
              <a:chOff x="7042474" y="1584549"/>
              <a:chExt cx="1203087" cy="119594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0F8DBC6-CDB4-4804-B6CE-487DCB752D8D}"/>
                  </a:ext>
                </a:extLst>
              </p:cNvPr>
              <p:cNvGrpSpPr/>
              <p:nvPr/>
            </p:nvGrpSpPr>
            <p:grpSpPr>
              <a:xfrm>
                <a:off x="7042474" y="2404551"/>
                <a:ext cx="1083211" cy="375946"/>
                <a:chOff x="7042474" y="2404551"/>
                <a:chExt cx="1083211" cy="375946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CDD4458-6AFA-4CE0-8DBF-F92DB38E6813}"/>
                    </a:ext>
                  </a:extLst>
                </p:cNvPr>
                <p:cNvSpPr/>
                <p:nvPr/>
              </p:nvSpPr>
              <p:spPr>
                <a:xfrm>
                  <a:off x="7499674" y="2404551"/>
                  <a:ext cx="223453" cy="3759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675B47-6537-4624-816F-F1AF3640E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2474" y="2490065"/>
                  <a:ext cx="4572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037CD2E4-3228-4CF4-B992-0EFD5C64C0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2474" y="2718334"/>
                  <a:ext cx="4572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0258E6A-1127-48AE-A2D8-BC483BF8B4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23127" y="2490065"/>
                  <a:ext cx="40255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4CD527B-4EE1-49C4-B131-36D2C077D7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23127" y="2718334"/>
                  <a:ext cx="40255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DA34FF-725F-4039-872A-CDA61BA1E743}"/>
                  </a:ext>
                </a:extLst>
              </p:cNvPr>
              <p:cNvSpPr txBox="1"/>
              <p:nvPr/>
            </p:nvSpPr>
            <p:spPr>
              <a:xfrm>
                <a:off x="7235348" y="1584549"/>
                <a:ext cx="10102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Coupling</a:t>
                </a:r>
                <a:endParaRPr lang="en-SG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ADDDE62-DB51-4A68-9ACE-307DD22971B5}"/>
                  </a:ext>
                </a:extLst>
              </p:cNvPr>
              <p:cNvCxnSpPr>
                <a:cxnSpLocks/>
                <a:stCxn id="37" idx="0"/>
                <a:endCxn id="35" idx="2"/>
              </p:cNvCxnSpPr>
              <p:nvPr/>
            </p:nvCxnSpPr>
            <p:spPr>
              <a:xfrm flipV="1">
                <a:off x="7611401" y="1953881"/>
                <a:ext cx="129054" cy="45067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B73AEC2-0222-41F5-B0D6-2A7096FD9DEC}"/>
                </a:ext>
              </a:extLst>
            </p:cNvPr>
            <p:cNvGrpSpPr/>
            <p:nvPr/>
          </p:nvGrpSpPr>
          <p:grpSpPr>
            <a:xfrm>
              <a:off x="101600" y="1955616"/>
              <a:ext cx="2505981" cy="1200445"/>
              <a:chOff x="101600" y="1955616"/>
              <a:chExt cx="2505981" cy="1200445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CB61BF3-5447-49AF-9BAB-30841556C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283" y="2610676"/>
                <a:ext cx="1047536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6734C741-F5E6-4801-94C0-9C72F4857797}"/>
                  </a:ext>
                </a:extLst>
              </p:cNvPr>
              <p:cNvGrpSpPr/>
              <p:nvPr/>
            </p:nvGrpSpPr>
            <p:grpSpPr>
              <a:xfrm>
                <a:off x="101600" y="1955616"/>
                <a:ext cx="2505981" cy="1200445"/>
                <a:chOff x="101600" y="1955616"/>
                <a:chExt cx="2505981" cy="1200445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0F13B82D-CA29-4EB6-A12D-A51845611263}"/>
                    </a:ext>
                  </a:extLst>
                </p:cNvPr>
                <p:cNvSpPr/>
                <p:nvPr/>
              </p:nvSpPr>
              <p:spPr>
                <a:xfrm>
                  <a:off x="1197819" y="2058781"/>
                  <a:ext cx="1141010" cy="1097280"/>
                </a:xfrm>
                <a:prstGeom prst="rect">
                  <a:avLst/>
                </a:pr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ysClr val="windowText" lastClr="000000"/>
                      </a:solidFill>
                    </a:rPr>
                    <a:t>Controller</a:t>
                  </a:r>
                  <a:endParaRPr lang="en-SG" sz="160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8C25869-5A4A-43E2-B4D6-1E1BEE0AA1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36648" y="2607422"/>
                  <a:ext cx="27093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5029343-6CA2-4114-A0AC-F1E45E60D66C}"/>
                    </a:ext>
                  </a:extLst>
                </p:cNvPr>
                <p:cNvSpPr txBox="1"/>
                <p:nvPr/>
              </p:nvSpPr>
              <p:spPr>
                <a:xfrm>
                  <a:off x="101600" y="2626598"/>
                  <a:ext cx="12102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Reference</a:t>
                  </a:r>
                  <a:endParaRPr lang="en-S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AA398EB3-DC34-4EFD-B172-BBCB591681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81525" y="2186146"/>
                      <a:ext cx="27093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oMath>
                        </m:oMathPara>
                      </a14:m>
                      <a:endParaRPr lang="en-SG"/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AA398EB3-DC34-4EFD-B172-BBCB591681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1525" y="2186146"/>
                      <a:ext cx="270933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3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496FD70-735A-40AC-A013-6BA945FC19D1}"/>
                    </a:ext>
                  </a:extLst>
                </p:cNvPr>
                <p:cNvSpPr txBox="1"/>
                <p:nvPr/>
              </p:nvSpPr>
              <p:spPr>
                <a:xfrm>
                  <a:off x="122109" y="1955616"/>
                  <a:ext cx="80695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Set point</a:t>
                  </a:r>
                  <a:endParaRPr lang="en-SG"/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FC616DC-B34E-45EC-808B-DF95AB6BA0C6}"/>
                </a:ext>
              </a:extLst>
            </p:cNvPr>
            <p:cNvGrpSpPr/>
            <p:nvPr/>
          </p:nvGrpSpPr>
          <p:grpSpPr>
            <a:xfrm>
              <a:off x="4209339" y="1224396"/>
              <a:ext cx="2251194" cy="1933781"/>
              <a:chOff x="4209339" y="1224396"/>
              <a:chExt cx="2251194" cy="1933781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54B55C5-AC45-4CAE-82E3-5D96EAF42F4F}"/>
                  </a:ext>
                </a:extLst>
              </p:cNvPr>
              <p:cNvCxnSpPr>
                <a:cxnSpLocks/>
                <a:stCxn id="57" idx="3"/>
                <a:endCxn id="68" idx="2"/>
              </p:cNvCxnSpPr>
              <p:nvPr/>
            </p:nvCxnSpPr>
            <p:spPr>
              <a:xfrm>
                <a:off x="5872573" y="2609537"/>
                <a:ext cx="258888" cy="26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1A371E-6EFF-4282-BCF8-FE2D9C53790E}"/>
                  </a:ext>
                </a:extLst>
              </p:cNvPr>
              <p:cNvGrpSpPr/>
              <p:nvPr/>
            </p:nvGrpSpPr>
            <p:grpSpPr>
              <a:xfrm>
                <a:off x="4209339" y="1224396"/>
                <a:ext cx="2251194" cy="1933781"/>
                <a:chOff x="4209339" y="1224396"/>
                <a:chExt cx="2251194" cy="1933781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DBA14702-22DA-4D88-9B54-1865B1870D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59149" y="1551105"/>
                  <a:ext cx="91440" cy="91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916E9F9-841B-4CBB-B5E2-7869F61FAC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263793" y="1551105"/>
                  <a:ext cx="91440" cy="91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18642BCF-F18C-4140-882C-C2AFEB15CF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9693" y="1551105"/>
                  <a:ext cx="91440" cy="91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DCD28641-E491-407A-9BCE-8E826409B9D0}"/>
                    </a:ext>
                  </a:extLst>
                </p:cNvPr>
                <p:cNvGrpSpPr/>
                <p:nvPr/>
              </p:nvGrpSpPr>
              <p:grpSpPr>
                <a:xfrm>
                  <a:off x="4209339" y="1224396"/>
                  <a:ext cx="2251194" cy="1933781"/>
                  <a:chOff x="4197294" y="1224658"/>
                  <a:chExt cx="2251194" cy="1933781"/>
                </a:xfrm>
              </p:grpSpPr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447A1082-F673-4734-9E01-03E0DE2654D6}"/>
                      </a:ext>
                    </a:extLst>
                  </p:cNvPr>
                  <p:cNvSpPr/>
                  <p:nvPr/>
                </p:nvSpPr>
                <p:spPr>
                  <a:xfrm>
                    <a:off x="4748207" y="2061159"/>
                    <a:ext cx="1112321" cy="1097280"/>
                  </a:xfrm>
                  <a:prstGeom prst="rect">
                    <a:avLst/>
                  </a:prstGeom>
                  <a:ln/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>
                        <a:solidFill>
                          <a:sysClr val="windowText" lastClr="000000"/>
                        </a:solidFill>
                      </a:rPr>
                      <a:t>Power Converter</a:t>
                    </a:r>
                    <a:endParaRPr lang="en-SG" sz="1600">
                      <a:solidFill>
                        <a:sysClr val="windowText" lastClr="000000"/>
                      </a:solidFill>
                    </a:endParaRP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44219E85-F66B-455A-BF73-38DB3C2751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296813" y="1642545"/>
                    <a:ext cx="0" cy="42145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63598650-7E43-4864-BABB-F9ECD8A832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15888" y="1642545"/>
                    <a:ext cx="0" cy="42145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05D54ABC-9D2E-4EB4-A3E9-06A03FC526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95344" y="1642545"/>
                    <a:ext cx="0" cy="42145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84EE993B-6CCD-4548-B31E-7B11AA190D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97294" y="1224658"/>
                    <a:ext cx="22511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/>
                      <a:t>3-phase power supply</a:t>
                    </a:r>
                    <a:endParaRPr lang="en-SG"/>
                  </a:p>
                </p:txBody>
              </p:sp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92A6BF08-79FE-43FB-8EE9-F507098080CE}"/>
                      </a:ext>
                    </a:extLst>
                  </p:cNvPr>
                  <p:cNvGrpSpPr/>
                  <p:nvPr/>
                </p:nvGrpSpPr>
                <p:grpSpPr>
                  <a:xfrm>
                    <a:off x="5854637" y="2364255"/>
                    <a:ext cx="330417" cy="490936"/>
                    <a:chOff x="5854637" y="2364255"/>
                    <a:chExt cx="330417" cy="490936"/>
                  </a:xfrm>
                </p:grpSpPr>
                <p:cxnSp>
                  <p:nvCxnSpPr>
                    <p:cNvPr id="63" name="Straight Connector 62">
                      <a:extLst>
                        <a:ext uri="{FF2B5EF4-FFF2-40B4-BE49-F238E27FC236}">
                          <a16:creationId xmlns:a16="http://schemas.microsoft.com/office/drawing/2014/main" id="{5FA59CCA-3FD8-43C8-B7A2-E18114BEB81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0528" y="2364255"/>
                      <a:ext cx="324526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" name="Straight Connector 63">
                      <a:extLst>
                        <a:ext uri="{FF2B5EF4-FFF2-40B4-BE49-F238E27FC236}">
                          <a16:creationId xmlns:a16="http://schemas.microsoft.com/office/drawing/2014/main" id="{9B1D7D6B-1B98-4B2F-A8F3-023ECF7D67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54637" y="2855191"/>
                      <a:ext cx="324526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419A93D-488A-41F7-BB2C-4267A9721CDF}"/>
                </a:ext>
              </a:extLst>
            </p:cNvPr>
            <p:cNvGrpSpPr/>
            <p:nvPr/>
          </p:nvGrpSpPr>
          <p:grpSpPr>
            <a:xfrm>
              <a:off x="6131461" y="2058782"/>
              <a:ext cx="2892164" cy="1099657"/>
              <a:chOff x="6131461" y="2058782"/>
              <a:chExt cx="2892164" cy="1099657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F32DB424-1F31-4CD5-9076-2090759F4A5F}"/>
                  </a:ext>
                </a:extLst>
              </p:cNvPr>
              <p:cNvGrpSpPr/>
              <p:nvPr/>
            </p:nvGrpSpPr>
            <p:grpSpPr>
              <a:xfrm>
                <a:off x="6131461" y="2058782"/>
                <a:ext cx="2892164" cy="1099657"/>
                <a:chOff x="6131461" y="2058782"/>
                <a:chExt cx="2892164" cy="1099657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7A5F182E-BA07-47FD-9E8C-7D0618561EFE}"/>
                    </a:ext>
                  </a:extLst>
                </p:cNvPr>
                <p:cNvSpPr/>
                <p:nvPr/>
              </p:nvSpPr>
              <p:spPr>
                <a:xfrm>
                  <a:off x="6131461" y="2061159"/>
                  <a:ext cx="1097280" cy="1097280"/>
                </a:xfrm>
                <a:prstGeom prst="ellipse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>
                      <a:solidFill>
                        <a:sysClr val="windowText" lastClr="000000"/>
                      </a:solidFill>
                    </a:rPr>
                    <a:t>Motor</a:t>
                  </a:r>
                  <a:endParaRPr lang="en-SG" sz="160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D73BCE4F-DC84-4701-89E6-62F7B1FF1EDB}"/>
                    </a:ext>
                  </a:extLst>
                </p:cNvPr>
                <p:cNvSpPr/>
                <p:nvPr/>
              </p:nvSpPr>
              <p:spPr>
                <a:xfrm>
                  <a:off x="8125685" y="2058782"/>
                  <a:ext cx="897940" cy="1097280"/>
                </a:xfrm>
                <a:prstGeom prst="rect">
                  <a:avLst/>
                </a:prstGeom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ysClr val="windowText" lastClr="000000"/>
                      </a:solidFill>
                    </a:rPr>
                    <a:t>Load</a:t>
                  </a:r>
                  <a:endParaRPr lang="en-SG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D770120-A035-4C64-AC58-3097BBCB263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14341" y="2242719"/>
                <a:ext cx="731520" cy="7315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>
                  <a:solidFill>
                    <a:sysClr val="windowText" lastClr="000000"/>
                  </a:solidFill>
                </a:endParaRPr>
              </a:p>
            </p:txBody>
          </p:sp>
        </p:grp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656DD4-8DC0-4BAF-B68E-C0EA5465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CCA36-94D9-4537-BCA2-61AAA5638EDB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F74D5-13CE-4BF8-BE59-71E7604C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90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/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nghĩa</a:t>
            </a:r>
            <a:endParaRPr lang="en-US"/>
          </a:p>
        </p:txBody>
      </p:sp>
      <p:sp>
        <p:nvSpPr>
          <p:cNvPr id="73" name="Content Placeholder 1">
            <a:extLst>
              <a:ext uri="{FF2B5EF4-FFF2-40B4-BE49-F238E27FC236}">
                <a16:creationId xmlns:a16="http://schemas.microsoft.com/office/drawing/2014/main" id="{532FA253-0D4E-4630-8410-D8A52A7F58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764704"/>
            <a:ext cx="4706936" cy="992129"/>
          </a:xfrm>
        </p:spPr>
        <p:txBody>
          <a:bodyPr/>
          <a:lstStyle/>
          <a:p>
            <a:r>
              <a:rPr lang="en-US" sz="1600" err="1"/>
              <a:t>Nguồn</a:t>
            </a:r>
            <a:r>
              <a:rPr lang="en-US" sz="1600"/>
              <a:t>: </a:t>
            </a:r>
            <a:r>
              <a:rPr lang="en-US" sz="1600">
                <a:hlinkClick r:id="rId2"/>
              </a:rPr>
              <a:t>https://storybaar.com/ather-s340-e-scooter/</a:t>
            </a:r>
            <a:r>
              <a:rPr lang="en-US" sz="160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9891BF-05D2-45F6-BA90-C0588586DB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556"/>
          <a:stretch/>
        </p:blipFill>
        <p:spPr>
          <a:xfrm>
            <a:off x="115887" y="1756833"/>
            <a:ext cx="7620000" cy="4711700"/>
          </a:xfrm>
          <a:prstGeom prst="rect">
            <a:avLst/>
          </a:prstGeom>
        </p:spPr>
      </p:pic>
      <p:pic>
        <p:nvPicPr>
          <p:cNvPr id="2050" name="Picture 2" descr="Image result for motor drive system in escooter">
            <a:extLst>
              <a:ext uri="{FF2B5EF4-FFF2-40B4-BE49-F238E27FC236}">
                <a16:creationId xmlns:a16="http://schemas.microsoft.com/office/drawing/2014/main" id="{AEA6B29D-9EA8-4047-AF3D-F6163E7D6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888" y="774700"/>
            <a:ext cx="408622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85815-38C7-4B49-968B-05BACAFB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E479-AA48-4749-877F-7042EC800293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71855-4E06-4387-91E5-8DE85C5A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1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 /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dụng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79D71E-DCF4-4DD6-9B2B-5CC2309915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Process industry </a:t>
            </a:r>
          </a:p>
          <a:p>
            <a:pPr marL="0" indent="0">
              <a:buNone/>
            </a:pPr>
            <a:r>
              <a:rPr lang="en-US" sz="1600"/>
              <a:t>Pumps, fans, compressors, etc. / B</a:t>
            </a:r>
            <a:r>
              <a:rPr lang="vi-VN" sz="1600"/>
              <a:t>ơ</a:t>
            </a:r>
            <a:r>
              <a:rPr lang="en-US" sz="1600"/>
              <a:t>m, </a:t>
            </a:r>
            <a:r>
              <a:rPr lang="en-US" sz="1600" err="1"/>
              <a:t>quạt</a:t>
            </a:r>
            <a:r>
              <a:rPr lang="en-US" sz="1600"/>
              <a:t> </a:t>
            </a:r>
            <a:r>
              <a:rPr lang="en-US" sz="1600" err="1"/>
              <a:t>gió</a:t>
            </a:r>
            <a:r>
              <a:rPr lang="en-US" sz="1600"/>
              <a:t>, </a:t>
            </a:r>
            <a:r>
              <a:rPr lang="en-US" sz="1600" err="1"/>
              <a:t>máy</a:t>
            </a:r>
            <a:r>
              <a:rPr lang="en-US" sz="1600"/>
              <a:t> </a:t>
            </a:r>
            <a:r>
              <a:rPr lang="en-US" sz="1600" err="1"/>
              <a:t>nén</a:t>
            </a:r>
            <a:r>
              <a:rPr lang="en-US" sz="1600"/>
              <a:t>, </a:t>
            </a:r>
            <a:r>
              <a:rPr lang="en-US" sz="1600" err="1"/>
              <a:t>v.v</a:t>
            </a:r>
            <a:r>
              <a:rPr lang="en-US" sz="1600"/>
              <a:t>…</a:t>
            </a:r>
          </a:p>
          <a:p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Heating and Air-conditioning</a:t>
            </a:r>
          </a:p>
          <a:p>
            <a:pPr marL="0" indent="0">
              <a:buNone/>
            </a:pPr>
            <a:r>
              <a:rPr lang="en-US" sz="1600"/>
              <a:t>Blowers, compressors, etc. / </a:t>
            </a:r>
            <a:r>
              <a:rPr lang="en-US" sz="1600" err="1"/>
              <a:t>máy</a:t>
            </a:r>
            <a:r>
              <a:rPr lang="en-US" sz="1600"/>
              <a:t> </a:t>
            </a:r>
            <a:r>
              <a:rPr lang="en-US" sz="1600" err="1"/>
              <a:t>thổi</a:t>
            </a:r>
            <a:r>
              <a:rPr lang="en-US" sz="1600"/>
              <a:t>, </a:t>
            </a:r>
            <a:r>
              <a:rPr lang="en-US" sz="1600" err="1"/>
              <a:t>máy</a:t>
            </a:r>
            <a:r>
              <a:rPr lang="en-US" sz="1600"/>
              <a:t> </a:t>
            </a:r>
            <a:r>
              <a:rPr lang="en-US" sz="1600" err="1"/>
              <a:t>nén</a:t>
            </a:r>
            <a:r>
              <a:rPr lang="en-US" sz="1600"/>
              <a:t> </a:t>
            </a:r>
            <a:r>
              <a:rPr lang="en-US" sz="1600" err="1"/>
              <a:t>khí</a:t>
            </a:r>
            <a:r>
              <a:rPr lang="en-US" sz="1600"/>
              <a:t>, </a:t>
            </a:r>
            <a:r>
              <a:rPr lang="en-US" sz="1600" err="1"/>
              <a:t>v.v</a:t>
            </a:r>
            <a:r>
              <a:rPr lang="en-US" sz="1600"/>
              <a:t>…</a:t>
            </a:r>
          </a:p>
          <a:p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Paper and Steel Industry</a:t>
            </a:r>
          </a:p>
          <a:p>
            <a:pPr marL="0" indent="0">
              <a:buNone/>
            </a:pPr>
            <a:r>
              <a:rPr lang="en-US" sz="1600"/>
              <a:t>Hoists, Rollers, etc. / </a:t>
            </a:r>
            <a:r>
              <a:rPr lang="en-US" sz="1600" err="1"/>
              <a:t>Nâng</a:t>
            </a:r>
            <a:r>
              <a:rPr lang="en-US" sz="1600"/>
              <a:t> </a:t>
            </a:r>
            <a:r>
              <a:rPr lang="en-US" sz="1600" err="1"/>
              <a:t>hạ</a:t>
            </a:r>
            <a:r>
              <a:rPr lang="en-US" sz="1600"/>
              <a:t>, </a:t>
            </a:r>
            <a:r>
              <a:rPr lang="en-US" sz="1600" err="1"/>
              <a:t>cuộn</a:t>
            </a:r>
            <a:r>
              <a:rPr lang="en-US" sz="1600"/>
              <a:t>, </a:t>
            </a:r>
            <a:r>
              <a:rPr lang="en-US" sz="1600" err="1"/>
              <a:t>tời</a:t>
            </a:r>
            <a:r>
              <a:rPr lang="en-US" sz="1600"/>
              <a:t>, </a:t>
            </a:r>
            <a:r>
              <a:rPr lang="en-US" sz="1600" err="1"/>
              <a:t>v.v</a:t>
            </a:r>
            <a:r>
              <a:rPr lang="en-US" sz="1600"/>
              <a:t>…</a:t>
            </a:r>
          </a:p>
          <a:p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Transportation</a:t>
            </a:r>
          </a:p>
          <a:p>
            <a:pPr marL="0" indent="0">
              <a:buNone/>
            </a:pPr>
            <a:r>
              <a:rPr lang="en-US" sz="1600"/>
              <a:t>Elevators, Escalators, trains, automobiles, air-craft, ship, etc. / thang máy, thang cuốn, tàu điện, xe điện, máy bay, tàu, v.v…</a:t>
            </a:r>
          </a:p>
          <a:p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Food Industry</a:t>
            </a:r>
          </a:p>
          <a:p>
            <a:pPr marL="0" indent="0">
              <a:buNone/>
            </a:pPr>
            <a:r>
              <a:rPr lang="en-US" sz="1600"/>
              <a:t>Conveyors, Fans, etc. / </a:t>
            </a:r>
            <a:r>
              <a:rPr lang="en-US" sz="1600" err="1"/>
              <a:t>Băng</a:t>
            </a:r>
            <a:r>
              <a:rPr lang="en-US" sz="1600"/>
              <a:t> </a:t>
            </a:r>
            <a:r>
              <a:rPr lang="en-US" sz="1600" err="1"/>
              <a:t>tải</a:t>
            </a:r>
            <a:r>
              <a:rPr lang="en-US" sz="1600"/>
              <a:t>, </a:t>
            </a:r>
            <a:r>
              <a:rPr lang="en-US" sz="1600" err="1"/>
              <a:t>quạt</a:t>
            </a:r>
            <a:r>
              <a:rPr lang="en-US" sz="1600"/>
              <a:t> </a:t>
            </a:r>
            <a:r>
              <a:rPr lang="en-US" sz="1600" err="1"/>
              <a:t>gió</a:t>
            </a:r>
            <a:r>
              <a:rPr lang="en-US" sz="1600"/>
              <a:t>, </a:t>
            </a:r>
            <a:r>
              <a:rPr lang="en-US" sz="1600" err="1"/>
              <a:t>v.v</a:t>
            </a:r>
            <a:r>
              <a:rPr lang="en-US" sz="1600"/>
              <a:t>…</a:t>
            </a:r>
          </a:p>
          <a:p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Oil, Gas, Mining</a:t>
            </a:r>
          </a:p>
          <a:p>
            <a:pPr marL="0" indent="0">
              <a:buNone/>
            </a:pPr>
            <a:r>
              <a:rPr lang="en-US" sz="1600"/>
              <a:t>Compressors, Pumps, Cranes, etc. / </a:t>
            </a:r>
            <a:r>
              <a:rPr lang="en-US" sz="1600" err="1"/>
              <a:t>Máy</a:t>
            </a:r>
            <a:r>
              <a:rPr lang="en-US" sz="1600"/>
              <a:t> </a:t>
            </a:r>
            <a:r>
              <a:rPr lang="en-US" sz="1600" err="1"/>
              <a:t>nén</a:t>
            </a:r>
            <a:r>
              <a:rPr lang="en-US" sz="1600"/>
              <a:t>, b</a:t>
            </a:r>
            <a:r>
              <a:rPr lang="vi-VN" sz="1600"/>
              <a:t>ơ</a:t>
            </a:r>
            <a:r>
              <a:rPr lang="en-US" sz="1600"/>
              <a:t>m, </a:t>
            </a:r>
            <a:r>
              <a:rPr lang="en-US" sz="1600" err="1"/>
              <a:t>cầu</a:t>
            </a:r>
            <a:r>
              <a:rPr lang="en-US" sz="1600"/>
              <a:t> </a:t>
            </a:r>
            <a:r>
              <a:rPr lang="en-US" sz="1600" err="1"/>
              <a:t>trục</a:t>
            </a:r>
            <a:r>
              <a:rPr lang="en-US" sz="1600"/>
              <a:t>, </a:t>
            </a:r>
            <a:r>
              <a:rPr lang="en-US" sz="1600" err="1"/>
              <a:t>v.v</a:t>
            </a:r>
            <a:r>
              <a:rPr lang="en-US" sz="1600"/>
              <a:t>…</a:t>
            </a:r>
          </a:p>
          <a:p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Residential</a:t>
            </a:r>
          </a:p>
          <a:p>
            <a:pPr marL="0" indent="0">
              <a:buNone/>
            </a:pPr>
            <a:r>
              <a:rPr lang="en-US" sz="1600"/>
              <a:t>Washing machines, hair driers, HDD, freezers, fans, etc. / </a:t>
            </a:r>
            <a:r>
              <a:rPr lang="en-US" sz="1600" err="1"/>
              <a:t>máy</a:t>
            </a:r>
            <a:r>
              <a:rPr lang="en-US" sz="1600"/>
              <a:t> </a:t>
            </a:r>
            <a:r>
              <a:rPr lang="en-US" sz="1600" err="1"/>
              <a:t>giặt</a:t>
            </a:r>
            <a:r>
              <a:rPr lang="en-US" sz="1600"/>
              <a:t>, </a:t>
            </a:r>
            <a:r>
              <a:rPr lang="en-US" sz="1600" err="1"/>
              <a:t>máy</a:t>
            </a:r>
            <a:r>
              <a:rPr lang="en-US" sz="1600"/>
              <a:t> </a:t>
            </a:r>
            <a:r>
              <a:rPr lang="en-US" sz="1600" err="1"/>
              <a:t>sấy</a:t>
            </a:r>
            <a:r>
              <a:rPr lang="en-US" sz="1600"/>
              <a:t>, ổ </a:t>
            </a:r>
            <a:r>
              <a:rPr lang="en-US" sz="1600" err="1"/>
              <a:t>cứng</a:t>
            </a:r>
            <a:r>
              <a:rPr lang="en-US" sz="1600"/>
              <a:t>, </a:t>
            </a:r>
            <a:r>
              <a:rPr lang="en-US" sz="1600" err="1"/>
              <a:t>quạt</a:t>
            </a:r>
            <a:r>
              <a:rPr lang="en-US" sz="1600"/>
              <a:t>, </a:t>
            </a:r>
            <a:r>
              <a:rPr lang="en-US" sz="1600" err="1"/>
              <a:t>v.v</a:t>
            </a:r>
            <a:r>
              <a:rPr lang="en-US" sz="1600"/>
              <a:t>…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5CCD7-5484-438D-BAD9-993AEBBDB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A38E-E455-4519-AD37-F633AD87E8D9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8759E-9F22-491D-B2C0-C9640B0B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2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 /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dụng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10073D-9907-4C6D-AC67-CFEA988058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2" descr="http://www.railteam.eu/en/files/2011/11/TGV-Duplex-21.jpg">
            <a:extLst>
              <a:ext uri="{FF2B5EF4-FFF2-40B4-BE49-F238E27FC236}">
                <a16:creationId xmlns:a16="http://schemas.microsoft.com/office/drawing/2014/main" id="{0D374035-9E40-463C-B4AA-5CBF99C7D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81" y="952500"/>
            <a:ext cx="3154680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upload.wikimedia.org/wikipedia/commons/0/0b/Portainer_%28gantry_crane%29.jpg">
            <a:extLst>
              <a:ext uri="{FF2B5EF4-FFF2-40B4-BE49-F238E27FC236}">
                <a16:creationId xmlns:a16="http://schemas.microsoft.com/office/drawing/2014/main" id="{D3FB668B-1704-44EA-89D3-43E6CC80F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478" y="952500"/>
            <a:ext cx="2727655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F349DF-6650-4BB8-932F-28E0C23EC858}"/>
                  </a:ext>
                </a:extLst>
              </p:cNvPr>
              <p:cNvSpPr txBox="1"/>
              <p:nvPr/>
            </p:nvSpPr>
            <p:spPr>
              <a:xfrm>
                <a:off x="216193" y="3026055"/>
                <a:ext cx="32226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i="1"/>
                  <a:t>Train à Grande Vitesse, "high-speed train"</a:t>
                </a:r>
                <a:endParaRPr lang="en-US" sz="1200" i="1"/>
              </a:p>
              <a:p>
                <a:pPr algn="ctr"/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1200" i="1"/>
                  <a:t> MW under 25 kV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F349DF-6650-4BB8-932F-28E0C23EC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93" y="3026055"/>
                <a:ext cx="3222655" cy="461665"/>
              </a:xfrm>
              <a:prstGeom prst="rect">
                <a:avLst/>
              </a:prstGeom>
              <a:blipFill>
                <a:blip r:embed="rId4"/>
                <a:stretch>
                  <a:fillRect t="-131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54FA274-0616-476E-8D55-4E55CA6BF4C3}"/>
                  </a:ext>
                </a:extLst>
              </p:cNvPr>
              <p:cNvSpPr/>
              <p:nvPr/>
            </p:nvSpPr>
            <p:spPr>
              <a:xfrm>
                <a:off x="3490695" y="3047022"/>
                <a:ext cx="272943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i="1"/>
                  <a:t>A rubber </a:t>
                </a:r>
                <a:r>
                  <a:rPr lang="en-US" sz="1200" i="1" err="1"/>
                  <a:t>tyred</a:t>
                </a:r>
                <a:r>
                  <a:rPr lang="en-US" sz="1200" i="1"/>
                  <a:t> gantry crane (RTG crane)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100÷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sz="1200" i="1"/>
                  <a:t> kW @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4÷13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𝑘𝑉</m:t>
                    </m:r>
                  </m:oMath>
                </a14:m>
                <a:endParaRPr lang="en-US" sz="1200" i="1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54FA274-0616-476E-8D55-4E55CA6BF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695" y="3047022"/>
                <a:ext cx="2729437" cy="461665"/>
              </a:xfrm>
              <a:prstGeom prst="rect">
                <a:avLst/>
              </a:prstGeom>
              <a:blipFill>
                <a:blip r:embed="rId5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2D6A90C-610C-4869-86F1-CDF322BE660E}"/>
              </a:ext>
            </a:extLst>
          </p:cNvPr>
          <p:cNvGrpSpPr/>
          <p:nvPr/>
        </p:nvGrpSpPr>
        <p:grpSpPr>
          <a:xfrm>
            <a:off x="105706" y="3529357"/>
            <a:ext cx="3594344" cy="2774506"/>
            <a:chOff x="105706" y="3986557"/>
            <a:chExt cx="3594344" cy="2774506"/>
          </a:xfrm>
        </p:grpSpPr>
        <p:pic>
          <p:nvPicPr>
            <p:cNvPr id="14" name="Picture 8" descr="https://www.cruisemapper.com/images/news/752-1f24aafbbca8.jpg">
              <a:extLst>
                <a:ext uri="{FF2B5EF4-FFF2-40B4-BE49-F238E27FC236}">
                  <a16:creationId xmlns:a16="http://schemas.microsoft.com/office/drawing/2014/main" id="{2F2E11E7-C05D-47E1-A04E-9D89C9E167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000" y="4472044"/>
              <a:ext cx="2861274" cy="2289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https://www.cruisemapper.com/images/news/752-b02833e6338e.jpg">
              <a:extLst>
                <a:ext uri="{FF2B5EF4-FFF2-40B4-BE49-F238E27FC236}">
                  <a16:creationId xmlns:a16="http://schemas.microsoft.com/office/drawing/2014/main" id="{91AE3CF8-7281-4ACA-BF8A-359C431BA6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9909" y="4135796"/>
              <a:ext cx="2150141" cy="1619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B8FAD3-FA06-4CB2-BF7C-D8A0D8585490}"/>
                </a:ext>
              </a:extLst>
            </p:cNvPr>
            <p:cNvSpPr/>
            <p:nvPr/>
          </p:nvSpPr>
          <p:spPr>
            <a:xfrm>
              <a:off x="319536" y="6202392"/>
              <a:ext cx="1654670" cy="5072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Elbow Connector 15">
              <a:extLst>
                <a:ext uri="{FF2B5EF4-FFF2-40B4-BE49-F238E27FC236}">
                  <a16:creationId xmlns:a16="http://schemas.microsoft.com/office/drawing/2014/main" id="{BE743793-428C-4D1A-A20A-9F1F6D70A250}"/>
                </a:ext>
              </a:extLst>
            </p:cNvPr>
            <p:cNvCxnSpPr>
              <a:stCxn id="16" idx="0"/>
              <a:endCxn id="15" idx="1"/>
            </p:cNvCxnSpPr>
            <p:nvPr/>
          </p:nvCxnSpPr>
          <p:spPr>
            <a:xfrm rot="5400000" flipH="1" flipV="1">
              <a:off x="720085" y="5372568"/>
              <a:ext cx="1256611" cy="403038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996151-BA40-4F59-9484-6F91678EBAA2}"/>
                </a:ext>
              </a:extLst>
            </p:cNvPr>
            <p:cNvSpPr txBox="1"/>
            <p:nvPr/>
          </p:nvSpPr>
          <p:spPr>
            <a:xfrm>
              <a:off x="105706" y="3986557"/>
              <a:ext cx="18119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/>
                <a:t>Ship propulsion system</a:t>
              </a:r>
            </a:p>
            <a:p>
              <a:r>
                <a:rPr lang="en-US" sz="1200" i="1"/>
                <a:t>400kW to 5MW @ 6 kV</a:t>
              </a:r>
            </a:p>
          </p:txBody>
        </p:sp>
      </p:grpSp>
      <p:pic>
        <p:nvPicPr>
          <p:cNvPr id="20" name="Picture 10" descr="https://www.zkg.de/imgs/101523717_304f43fd9c.jpg">
            <a:extLst>
              <a:ext uri="{FF2B5EF4-FFF2-40B4-BE49-F238E27FC236}">
                <a16:creationId xmlns:a16="http://schemas.microsoft.com/office/drawing/2014/main" id="{D691DD38-7D56-40FB-81E4-CF6F540E6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981" y="947538"/>
            <a:ext cx="2651125" cy="209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FEF698-039A-4402-83F1-8436FDB350EC}"/>
                  </a:ext>
                </a:extLst>
              </p:cNvPr>
              <p:cNvSpPr/>
              <p:nvPr/>
            </p:nvSpPr>
            <p:spPr>
              <a:xfrm>
                <a:off x="6260260" y="3047022"/>
                <a:ext cx="272943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i="1"/>
                  <a:t>Cement ball mill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10÷25</m:t>
                    </m:r>
                  </m:oMath>
                </a14:m>
                <a:r>
                  <a:rPr lang="en-US" sz="1200" i="1"/>
                  <a:t> MW @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13÷25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𝑘𝑉</m:t>
                    </m:r>
                  </m:oMath>
                </a14:m>
                <a:endParaRPr lang="en-US" sz="1200" i="1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FEF698-039A-4402-83F1-8436FDB35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260" y="3047022"/>
                <a:ext cx="2729437" cy="461665"/>
              </a:xfrm>
              <a:prstGeom prst="rect">
                <a:avLst/>
              </a:prstGeom>
              <a:blipFill>
                <a:blip r:embed="rId9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0ACE77C9-670C-4CDD-97A8-1A3884DE22AE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17556"/>
          <a:stretch/>
        </p:blipFill>
        <p:spPr>
          <a:xfrm>
            <a:off x="4411183" y="3650659"/>
            <a:ext cx="4557207" cy="281787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3908A-873E-423E-9C64-843CB6B2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5395-3604-43B5-AE48-26F3CF95F358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254B0-F9A1-47DB-8B24-DF59FA15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53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 /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dụng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58C4D-FECA-4F86-BEB2-84A99847FC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35" b="1627"/>
          <a:stretch/>
        </p:blipFill>
        <p:spPr>
          <a:xfrm>
            <a:off x="0" y="1094934"/>
            <a:ext cx="3104321" cy="5254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031491-467F-4F90-ABBB-A5BFBC09BE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96" b="13531"/>
          <a:stretch/>
        </p:blipFill>
        <p:spPr>
          <a:xfrm>
            <a:off x="3923429" y="707249"/>
            <a:ext cx="4018906" cy="2047240"/>
          </a:xfrm>
          <a:prstGeom prst="rect">
            <a:avLst/>
          </a:prstGeom>
        </p:spPr>
      </p:pic>
      <p:pic>
        <p:nvPicPr>
          <p:cNvPr id="3078" name="Picture 6" descr="Image result for escalator motor system">
            <a:extLst>
              <a:ext uri="{FF2B5EF4-FFF2-40B4-BE49-F238E27FC236}">
                <a16:creationId xmlns:a16="http://schemas.microsoft.com/office/drawing/2014/main" id="{EE8E3D4E-C37F-4E96-ABDD-EE01425FB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118" y="2771810"/>
            <a:ext cx="2721764" cy="362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 result for wintubine motor system">
            <a:extLst>
              <a:ext uri="{FF2B5EF4-FFF2-40B4-BE49-F238E27FC236}">
                <a16:creationId xmlns:a16="http://schemas.microsoft.com/office/drawing/2014/main" id="{6163E50A-8885-466A-B783-FAB014F09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882" y="3079633"/>
            <a:ext cx="3084559" cy="327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6E300-1925-4AC4-A421-5EC067A0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1706B-1831-4E17-B27F-36D2B63619F4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67114-A426-42B3-8BDA-B6A045A6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62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 /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dụng</a:t>
            </a: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FF0F73-08A9-4881-9EF5-DE70CFFA9E78}"/>
              </a:ext>
            </a:extLst>
          </p:cNvPr>
          <p:cNvGrpSpPr/>
          <p:nvPr/>
        </p:nvGrpSpPr>
        <p:grpSpPr>
          <a:xfrm>
            <a:off x="159009" y="1138380"/>
            <a:ext cx="8825854" cy="5113782"/>
            <a:chOff x="102967" y="1290780"/>
            <a:chExt cx="8825854" cy="511378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13A30F4-579E-4FD4-B3A0-3AE9B3EFF37E}"/>
                </a:ext>
              </a:extLst>
            </p:cNvPr>
            <p:cNvCxnSpPr/>
            <p:nvPr/>
          </p:nvCxnSpPr>
          <p:spPr>
            <a:xfrm flipH="1" flipV="1">
              <a:off x="1452023" y="1479664"/>
              <a:ext cx="0" cy="4572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6D22711-62C2-4DA2-8270-86842068F45A}"/>
                </a:ext>
              </a:extLst>
            </p:cNvPr>
            <p:cNvCxnSpPr/>
            <p:nvPr/>
          </p:nvCxnSpPr>
          <p:spPr>
            <a:xfrm rot="5400000" flipH="1" flipV="1">
              <a:off x="4856306" y="2394064"/>
              <a:ext cx="0" cy="73152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7C0FF83-94BE-4185-8FEF-23E7B26029B9}"/>
                </a:ext>
              </a:extLst>
            </p:cNvPr>
            <p:cNvCxnSpPr/>
            <p:nvPr/>
          </p:nvCxnSpPr>
          <p:spPr>
            <a:xfrm>
              <a:off x="1339075" y="5336307"/>
              <a:ext cx="22444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BAB1232-BBD9-47E8-86C9-14C276A23212}"/>
                </a:ext>
              </a:extLst>
            </p:cNvPr>
            <p:cNvCxnSpPr/>
            <p:nvPr/>
          </p:nvCxnSpPr>
          <p:spPr>
            <a:xfrm>
              <a:off x="1339075" y="2474883"/>
              <a:ext cx="22444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4A26F2-A587-413B-873F-2FDBAA850320}"/>
                </a:ext>
              </a:extLst>
            </p:cNvPr>
            <p:cNvCxnSpPr/>
            <p:nvPr/>
          </p:nvCxnSpPr>
          <p:spPr>
            <a:xfrm>
              <a:off x="1339075" y="4620951"/>
              <a:ext cx="22444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3C23870-7ED0-4829-91C9-AEA4E53B43E5}"/>
                </a:ext>
              </a:extLst>
            </p:cNvPr>
            <p:cNvCxnSpPr/>
            <p:nvPr/>
          </p:nvCxnSpPr>
          <p:spPr>
            <a:xfrm>
              <a:off x="1339075" y="3905595"/>
              <a:ext cx="22444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0712F3-ADE6-41EC-9F35-AC2C7E5E691B}"/>
                </a:ext>
              </a:extLst>
            </p:cNvPr>
            <p:cNvCxnSpPr/>
            <p:nvPr/>
          </p:nvCxnSpPr>
          <p:spPr>
            <a:xfrm>
              <a:off x="1339075" y="3190239"/>
              <a:ext cx="22444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A4B15EC-C516-48E1-95CA-B8242E802163}"/>
                </a:ext>
              </a:extLst>
            </p:cNvPr>
            <p:cNvCxnSpPr/>
            <p:nvPr/>
          </p:nvCxnSpPr>
          <p:spPr>
            <a:xfrm>
              <a:off x="1339075" y="1759527"/>
              <a:ext cx="22444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17658A-D64A-4B69-8D3B-544F46F4C4D3}"/>
                </a:ext>
              </a:extLst>
            </p:cNvPr>
            <p:cNvSpPr txBox="1"/>
            <p:nvPr/>
          </p:nvSpPr>
          <p:spPr>
            <a:xfrm>
              <a:off x="722294" y="5852834"/>
              <a:ext cx="4138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0.1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87C738-F7EB-4751-9E1D-65AD929D03DB}"/>
                </a:ext>
              </a:extLst>
            </p:cNvPr>
            <p:cNvSpPr txBox="1"/>
            <p:nvPr/>
          </p:nvSpPr>
          <p:spPr>
            <a:xfrm>
              <a:off x="885457" y="515164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774CB11-5C91-4117-91AC-31691668FFF0}"/>
                </a:ext>
              </a:extLst>
            </p:cNvPr>
            <p:cNvSpPr txBox="1"/>
            <p:nvPr/>
          </p:nvSpPr>
          <p:spPr>
            <a:xfrm>
              <a:off x="417380" y="2289176"/>
              <a:ext cx="7088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10000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B0AECD9-ECF4-46C5-89E4-9A680952525D}"/>
                </a:ext>
              </a:extLst>
            </p:cNvPr>
            <p:cNvSpPr txBox="1"/>
            <p:nvPr/>
          </p:nvSpPr>
          <p:spPr>
            <a:xfrm>
              <a:off x="651419" y="3720930"/>
              <a:ext cx="4812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100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D356A7-30E9-41FD-9406-4559245A40FB}"/>
                </a:ext>
              </a:extLst>
            </p:cNvPr>
            <p:cNvSpPr txBox="1"/>
            <p:nvPr/>
          </p:nvSpPr>
          <p:spPr>
            <a:xfrm>
              <a:off x="534400" y="3006228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1000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8E835B-CE00-4E3F-B73C-FF9F23689170}"/>
                </a:ext>
              </a:extLst>
            </p:cNvPr>
            <p:cNvSpPr txBox="1"/>
            <p:nvPr/>
          </p:nvSpPr>
          <p:spPr>
            <a:xfrm>
              <a:off x="768439" y="4436286"/>
              <a:ext cx="3674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10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F997EB-9775-445A-AD59-2F18705727E1}"/>
                </a:ext>
              </a:extLst>
            </p:cNvPr>
            <p:cNvSpPr txBox="1"/>
            <p:nvPr/>
          </p:nvSpPr>
          <p:spPr>
            <a:xfrm>
              <a:off x="300362" y="1578935"/>
              <a:ext cx="8226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100000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6BB2582-A3FB-42C6-AAA1-DAB4E21224C2}"/>
                </a:ext>
              </a:extLst>
            </p:cNvPr>
            <p:cNvSpPr txBox="1"/>
            <p:nvPr/>
          </p:nvSpPr>
          <p:spPr>
            <a:xfrm>
              <a:off x="102967" y="1290780"/>
              <a:ext cx="12570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Power (kW)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271AFA9-5A29-4499-BF38-FCE23D3A963F}"/>
                </a:ext>
              </a:extLst>
            </p:cNvPr>
            <p:cNvSpPr txBox="1"/>
            <p:nvPr/>
          </p:nvSpPr>
          <p:spPr>
            <a:xfrm>
              <a:off x="7537093" y="6065829"/>
              <a:ext cx="13917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Performance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E137FF2-AEC4-4711-B38A-B5BC1CADC5EB}"/>
                </a:ext>
              </a:extLst>
            </p:cNvPr>
            <p:cNvSpPr txBox="1"/>
            <p:nvPr/>
          </p:nvSpPr>
          <p:spPr>
            <a:xfrm>
              <a:off x="1920123" y="6066008"/>
              <a:ext cx="10695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moderate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E2F298-C590-4917-AD62-1D51E2F1992B}"/>
                </a:ext>
              </a:extLst>
            </p:cNvPr>
            <p:cNvSpPr txBox="1"/>
            <p:nvPr/>
          </p:nvSpPr>
          <p:spPr>
            <a:xfrm>
              <a:off x="5951061" y="6058430"/>
              <a:ext cx="5774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Bahnschrift SemiLight" panose="020B0502040204020203" pitchFamily="34" charset="0"/>
                </a:rPr>
                <a:t>high</a:t>
              </a:r>
            </a:p>
          </p:txBody>
        </p:sp>
        <p:sp>
          <p:nvSpPr>
            <p:cNvPr id="28" name="Notched Right Arrow 33">
              <a:extLst>
                <a:ext uri="{FF2B5EF4-FFF2-40B4-BE49-F238E27FC236}">
                  <a16:creationId xmlns:a16="http://schemas.microsoft.com/office/drawing/2014/main" id="{20EEFCD0-C1BF-4F5F-947E-04AB131E51D2}"/>
                </a:ext>
              </a:extLst>
            </p:cNvPr>
            <p:cNvSpPr/>
            <p:nvPr/>
          </p:nvSpPr>
          <p:spPr>
            <a:xfrm>
              <a:off x="4137268" y="6133085"/>
              <a:ext cx="844277" cy="234820"/>
            </a:xfrm>
            <a:prstGeom prst="notched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Bahnschrift SemiLight" panose="020B050204020402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E255F5-2C35-4035-90CA-35AC867EA666}"/>
                </a:ext>
              </a:extLst>
            </p:cNvPr>
            <p:cNvSpPr txBox="1"/>
            <p:nvPr/>
          </p:nvSpPr>
          <p:spPr>
            <a:xfrm>
              <a:off x="1649416" y="1442904"/>
              <a:ext cx="14324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Pumps-storage </a:t>
              </a:r>
              <a:r>
                <a:rPr lang="en-US" sz="1400" err="1">
                  <a:latin typeface="Bahnschrift SemiLight" panose="020B0502040204020203" pitchFamily="34" charset="0"/>
                </a:rPr>
                <a:t>hydroeletric</a:t>
              </a:r>
              <a:r>
                <a:rPr lang="en-US" sz="1400">
                  <a:latin typeface="Bahnschrift SemiLight" panose="020B0502040204020203" pitchFamily="34" charset="0"/>
                </a:rPr>
                <a:t> plants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BE78E2-B3AB-4580-AF6F-5C9B67480FBA}"/>
                </a:ext>
              </a:extLst>
            </p:cNvPr>
            <p:cNvSpPr txBox="1"/>
            <p:nvPr/>
          </p:nvSpPr>
          <p:spPr>
            <a:xfrm>
              <a:off x="3346789" y="1931880"/>
              <a:ext cx="1860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Cement &amp; ore mills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0E5237C-0B90-4344-A113-3DA4F3AED7B9}"/>
                </a:ext>
              </a:extLst>
            </p:cNvPr>
            <p:cNvSpPr txBox="1"/>
            <p:nvPr/>
          </p:nvSpPr>
          <p:spPr>
            <a:xfrm>
              <a:off x="2609776" y="2222505"/>
              <a:ext cx="17322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Centrifuges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6D38A0-78A5-41E9-9412-EA1C57CA8324}"/>
                </a:ext>
              </a:extLst>
            </p:cNvPr>
            <p:cNvSpPr txBox="1"/>
            <p:nvPr/>
          </p:nvSpPr>
          <p:spPr>
            <a:xfrm>
              <a:off x="1920123" y="2657948"/>
              <a:ext cx="11367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Pumps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BA1035-70DA-4CDD-B3BF-92D0DDFEB9B6}"/>
                </a:ext>
              </a:extLst>
            </p:cNvPr>
            <p:cNvSpPr txBox="1"/>
            <p:nvPr/>
          </p:nvSpPr>
          <p:spPr>
            <a:xfrm>
              <a:off x="3124019" y="2773799"/>
              <a:ext cx="17322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Paper machines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D716F42-DD57-4B8A-BADA-F9668554E816}"/>
                </a:ext>
              </a:extLst>
            </p:cNvPr>
            <p:cNvSpPr txBox="1"/>
            <p:nvPr/>
          </p:nvSpPr>
          <p:spPr>
            <a:xfrm>
              <a:off x="3747406" y="3193315"/>
              <a:ext cx="17322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Transportation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527244C-4A64-4763-90FD-F6C719DC4A9F}"/>
                </a:ext>
              </a:extLst>
            </p:cNvPr>
            <p:cNvSpPr txBox="1"/>
            <p:nvPr/>
          </p:nvSpPr>
          <p:spPr>
            <a:xfrm>
              <a:off x="1642139" y="3571113"/>
              <a:ext cx="9676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Fans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C834211-9B0E-490F-9079-B73E926E9AE5}"/>
                </a:ext>
              </a:extLst>
            </p:cNvPr>
            <p:cNvSpPr txBox="1"/>
            <p:nvPr/>
          </p:nvSpPr>
          <p:spPr>
            <a:xfrm>
              <a:off x="2599715" y="3589744"/>
              <a:ext cx="11367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Cranes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E57E2F9-0CDF-44B1-8AE1-EDAF2878FD6F}"/>
                </a:ext>
              </a:extLst>
            </p:cNvPr>
            <p:cNvSpPr txBox="1"/>
            <p:nvPr/>
          </p:nvSpPr>
          <p:spPr>
            <a:xfrm>
              <a:off x="3635911" y="3471796"/>
              <a:ext cx="1136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Metallurgy processes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FF6EBC1-FF8B-4E4D-AFC2-FC87303B1973}"/>
                </a:ext>
              </a:extLst>
            </p:cNvPr>
            <p:cNvSpPr txBox="1"/>
            <p:nvPr/>
          </p:nvSpPr>
          <p:spPr>
            <a:xfrm>
              <a:off x="5087374" y="3662450"/>
              <a:ext cx="11367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Elevators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1DED00-90CB-4566-80AE-CD0DDF4EC059}"/>
                </a:ext>
              </a:extLst>
            </p:cNvPr>
            <p:cNvSpPr txBox="1"/>
            <p:nvPr/>
          </p:nvSpPr>
          <p:spPr>
            <a:xfrm>
              <a:off x="1676467" y="4360283"/>
              <a:ext cx="1136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Mixers</a:t>
              </a:r>
            </a:p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Conveyors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080897B-9454-4F64-843E-ABBC86705EAC}"/>
                </a:ext>
              </a:extLst>
            </p:cNvPr>
            <p:cNvSpPr txBox="1"/>
            <p:nvPr/>
          </p:nvSpPr>
          <p:spPr>
            <a:xfrm>
              <a:off x="3346789" y="4106615"/>
              <a:ext cx="1136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Printing machines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46F8F3-026E-457A-9860-F918B690D3C5}"/>
                </a:ext>
              </a:extLst>
            </p:cNvPr>
            <p:cNvSpPr txBox="1"/>
            <p:nvPr/>
          </p:nvSpPr>
          <p:spPr>
            <a:xfrm>
              <a:off x="3364141" y="4749371"/>
              <a:ext cx="16174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Textile machines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1EE6E0F-7427-4FB5-A44F-DC129D6BCE97}"/>
                </a:ext>
              </a:extLst>
            </p:cNvPr>
            <p:cNvSpPr txBox="1"/>
            <p:nvPr/>
          </p:nvSpPr>
          <p:spPr>
            <a:xfrm>
              <a:off x="3635911" y="4984306"/>
              <a:ext cx="1826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Packaging machines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65C4ADC-C313-4C9D-8EA4-586BA20C7ED2}"/>
                </a:ext>
              </a:extLst>
            </p:cNvPr>
            <p:cNvSpPr txBox="1"/>
            <p:nvPr/>
          </p:nvSpPr>
          <p:spPr>
            <a:xfrm>
              <a:off x="1661378" y="4887488"/>
              <a:ext cx="18766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HVAC</a:t>
              </a:r>
            </a:p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(heating, ventilation </a:t>
              </a:r>
            </a:p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air conditioner)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07F221-EB5F-4132-9C43-F215363E91CF}"/>
                </a:ext>
              </a:extLst>
            </p:cNvPr>
            <p:cNvSpPr txBox="1"/>
            <p:nvPr/>
          </p:nvSpPr>
          <p:spPr>
            <a:xfrm>
              <a:off x="5819806" y="5047883"/>
              <a:ext cx="16174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Robotics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E499D02-E045-4C64-AD3C-0166587EA293}"/>
                </a:ext>
              </a:extLst>
            </p:cNvPr>
            <p:cNvSpPr/>
            <p:nvPr/>
          </p:nvSpPr>
          <p:spPr>
            <a:xfrm>
              <a:off x="6461193" y="5298580"/>
              <a:ext cx="130035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>
                  <a:latin typeface="Bahnschrift SemiLight" panose="020B0502040204020203" pitchFamily="34" charset="0"/>
                </a:rPr>
                <a:t>Machine tools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31D68C28-66B6-43CF-A876-262C071A06E1}"/>
              </a:ext>
            </a:extLst>
          </p:cNvPr>
          <p:cNvSpPr/>
          <p:nvPr/>
        </p:nvSpPr>
        <p:spPr>
          <a:xfrm>
            <a:off x="5511414" y="1230713"/>
            <a:ext cx="334739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>
                <a:latin typeface="Bahnschrift SemiLight" panose="020B0502040204020203" pitchFamily="34" charset="0"/>
              </a:rPr>
              <a:t>Image courtesy: Ion </a:t>
            </a:r>
            <a:r>
              <a:rPr lang="en-US" sz="1100" i="1" err="1">
                <a:latin typeface="Bahnschrift SemiLight" panose="020B0502040204020203" pitchFamily="34" charset="0"/>
              </a:rPr>
              <a:t>Boldea</a:t>
            </a:r>
            <a:r>
              <a:rPr lang="en-US" sz="1100" i="1">
                <a:latin typeface="Bahnschrift SemiLight" panose="020B0502040204020203" pitchFamily="34" charset="0"/>
              </a:rPr>
              <a:t> et. al., “Electric drives”</a:t>
            </a:r>
            <a:endParaRPr lang="en-SG" sz="1100" i="1">
              <a:latin typeface="Bahnschrift SemiLight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72AE03-93B4-4E6F-9A37-251EF05E543C}"/>
              </a:ext>
            </a:extLst>
          </p:cNvPr>
          <p:cNvSpPr txBox="1"/>
          <p:nvPr/>
        </p:nvSpPr>
        <p:spPr>
          <a:xfrm>
            <a:off x="1997154" y="5533675"/>
            <a:ext cx="1672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Bahnschrift SemiLight" panose="020B0502040204020203" pitchFamily="34" charset="0"/>
              </a:rPr>
              <a:t>Home appliances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9E41F-6068-4BCF-AD45-8C8B4AFAA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AB11-D37A-43F7-95F0-6E6FE3651403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AD58-8544-4D20-B675-5A9A85FD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46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Classifications of ED system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20B106-9801-4EF7-90C3-7B2A022148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>
                <a:latin typeface="Lato Black" panose="020F0A02020204030203" pitchFamily="34" charset="0"/>
                <a:cs typeface="Lato Black" panose="020F0A02020204030203" pitchFamily="34" charset="0"/>
              </a:rPr>
              <a:t>In term of speed controllability</a:t>
            </a:r>
          </a:p>
          <a:p>
            <a:pPr lvl="1"/>
            <a:r>
              <a:rPr lang="en-US" sz="2000"/>
              <a:t>Fixed-speed drive systems / </a:t>
            </a:r>
            <a:r>
              <a:rPr lang="en-US" sz="2000" err="1"/>
              <a:t>truyền</a:t>
            </a:r>
            <a:r>
              <a:rPr lang="en-US" sz="2000"/>
              <a:t> </a:t>
            </a:r>
            <a:r>
              <a:rPr lang="en-US" sz="2000" err="1"/>
              <a:t>động</a:t>
            </a:r>
            <a:r>
              <a:rPr lang="en-US" sz="2000"/>
              <a:t> </a:t>
            </a:r>
            <a:r>
              <a:rPr lang="en-US" sz="2000" err="1"/>
              <a:t>tốc</a:t>
            </a:r>
            <a:r>
              <a:rPr lang="en-US" sz="2000"/>
              <a:t> </a:t>
            </a:r>
            <a:r>
              <a:rPr lang="en-US" sz="2000" err="1"/>
              <a:t>độ</a:t>
            </a:r>
            <a:r>
              <a:rPr lang="en-US" sz="2000"/>
              <a:t> </a:t>
            </a:r>
            <a:r>
              <a:rPr lang="en-US" sz="2000" err="1"/>
              <a:t>cố</a:t>
            </a:r>
            <a:r>
              <a:rPr lang="en-US" sz="2000"/>
              <a:t> </a:t>
            </a:r>
            <a:r>
              <a:rPr lang="en-US" sz="2000" err="1"/>
              <a:t>định</a:t>
            </a:r>
            <a:endParaRPr lang="en-US" sz="2000"/>
          </a:p>
          <a:p>
            <a:pPr lvl="1"/>
            <a:r>
              <a:rPr lang="en-US" sz="2000"/>
              <a:t>Pumps, Fans, Drillers, Milling, Grinders, Dryer, Conveyors, etc. / </a:t>
            </a:r>
            <a:r>
              <a:rPr lang="en-US" sz="2000" err="1"/>
              <a:t>Máy</a:t>
            </a:r>
            <a:r>
              <a:rPr lang="en-US" sz="2000"/>
              <a:t> b</a:t>
            </a:r>
            <a:r>
              <a:rPr lang="vi-VN" sz="2000"/>
              <a:t>ơ</a:t>
            </a:r>
            <a:r>
              <a:rPr lang="en-US" sz="2000"/>
              <a:t>m, </a:t>
            </a:r>
            <a:r>
              <a:rPr lang="en-US" sz="2000" err="1"/>
              <a:t>quạt</a:t>
            </a:r>
            <a:r>
              <a:rPr lang="en-US" sz="2000"/>
              <a:t> </a:t>
            </a:r>
            <a:r>
              <a:rPr lang="en-US" sz="2000" err="1"/>
              <a:t>gió</a:t>
            </a:r>
            <a:r>
              <a:rPr lang="en-US" sz="2000"/>
              <a:t>, </a:t>
            </a:r>
            <a:r>
              <a:rPr lang="en-US" sz="2000" err="1"/>
              <a:t>máy</a:t>
            </a:r>
            <a:r>
              <a:rPr lang="en-US" sz="2000"/>
              <a:t> </a:t>
            </a:r>
            <a:r>
              <a:rPr lang="en-US" sz="2000" err="1"/>
              <a:t>khoan</a:t>
            </a:r>
            <a:r>
              <a:rPr lang="en-US" sz="2000"/>
              <a:t>, </a:t>
            </a:r>
            <a:r>
              <a:rPr lang="en-US" sz="2000" err="1"/>
              <a:t>máy</a:t>
            </a:r>
            <a:r>
              <a:rPr lang="en-US" sz="2000"/>
              <a:t> </a:t>
            </a:r>
            <a:r>
              <a:rPr lang="en-US" sz="2000" err="1"/>
              <a:t>phay</a:t>
            </a:r>
            <a:r>
              <a:rPr lang="en-US" sz="2000"/>
              <a:t>, </a:t>
            </a:r>
            <a:r>
              <a:rPr lang="en-US" sz="2000" err="1"/>
              <a:t>máy</a:t>
            </a:r>
            <a:r>
              <a:rPr lang="en-US" sz="2000"/>
              <a:t> </a:t>
            </a:r>
            <a:r>
              <a:rPr lang="en-US" sz="2000" err="1"/>
              <a:t>mài</a:t>
            </a:r>
            <a:r>
              <a:rPr lang="en-US" sz="2000"/>
              <a:t>, </a:t>
            </a:r>
            <a:r>
              <a:rPr lang="en-US" sz="2000" err="1"/>
              <a:t>máy</a:t>
            </a:r>
            <a:r>
              <a:rPr lang="en-US" sz="2000"/>
              <a:t> </a:t>
            </a:r>
            <a:r>
              <a:rPr lang="en-US" sz="2000" err="1"/>
              <a:t>sấy</a:t>
            </a:r>
            <a:r>
              <a:rPr lang="en-US" sz="2000"/>
              <a:t>, </a:t>
            </a:r>
            <a:r>
              <a:rPr lang="en-US" sz="2000" err="1"/>
              <a:t>băng</a:t>
            </a:r>
            <a:r>
              <a:rPr lang="en-US" sz="2000"/>
              <a:t> </a:t>
            </a:r>
            <a:r>
              <a:rPr lang="en-US" sz="2000" err="1"/>
              <a:t>tải</a:t>
            </a:r>
            <a:r>
              <a:rPr lang="en-US" sz="2000"/>
              <a:t>, v.v...</a:t>
            </a:r>
          </a:p>
          <a:p>
            <a:pPr lvl="1"/>
            <a:r>
              <a:rPr lang="en-US" sz="2000"/>
              <a:t>Variable-speed drive systems</a:t>
            </a:r>
          </a:p>
          <a:p>
            <a:pPr lvl="1"/>
            <a:r>
              <a:rPr lang="en-US" sz="2000"/>
              <a:t>Electric vehicles, trains, elevators, CNC, Robotics, Crane, etc. / </a:t>
            </a:r>
            <a:r>
              <a:rPr lang="en-US" sz="2000" err="1"/>
              <a:t>Xe</a:t>
            </a:r>
            <a:r>
              <a:rPr lang="en-US" sz="2000"/>
              <a:t> </a:t>
            </a:r>
            <a:r>
              <a:rPr lang="en-US" sz="2000" err="1"/>
              <a:t>điện</a:t>
            </a:r>
            <a:r>
              <a:rPr lang="en-US" sz="2000"/>
              <a:t>, </a:t>
            </a:r>
            <a:r>
              <a:rPr lang="en-US" sz="2000" err="1"/>
              <a:t>tàu</a:t>
            </a:r>
            <a:r>
              <a:rPr lang="en-US" sz="2000"/>
              <a:t> </a:t>
            </a:r>
            <a:r>
              <a:rPr lang="en-US" sz="2000" err="1"/>
              <a:t>điện</a:t>
            </a:r>
            <a:r>
              <a:rPr lang="en-US" sz="2000"/>
              <a:t>, thang </a:t>
            </a:r>
            <a:r>
              <a:rPr lang="en-US" sz="2000" err="1"/>
              <a:t>máy</a:t>
            </a:r>
            <a:r>
              <a:rPr lang="en-US" sz="2000"/>
              <a:t>, </a:t>
            </a:r>
            <a:r>
              <a:rPr lang="en-US" sz="2000" err="1"/>
              <a:t>máy</a:t>
            </a:r>
            <a:r>
              <a:rPr lang="en-US" sz="2000"/>
              <a:t> </a:t>
            </a:r>
            <a:r>
              <a:rPr lang="en-US" sz="2000" err="1"/>
              <a:t>gia</a:t>
            </a:r>
            <a:r>
              <a:rPr lang="en-US" sz="2000"/>
              <a:t> </a:t>
            </a:r>
            <a:r>
              <a:rPr lang="en-US" sz="2000" err="1"/>
              <a:t>công</a:t>
            </a:r>
            <a:r>
              <a:rPr lang="en-US" sz="2000"/>
              <a:t> CNC, Robot, </a:t>
            </a:r>
            <a:r>
              <a:rPr lang="en-US" sz="2000" err="1"/>
              <a:t>Cầu</a:t>
            </a:r>
            <a:r>
              <a:rPr lang="en-US" sz="2000"/>
              <a:t> </a:t>
            </a:r>
            <a:r>
              <a:rPr lang="en-US" sz="2000" err="1"/>
              <a:t>trục</a:t>
            </a:r>
            <a:r>
              <a:rPr lang="en-US" sz="2000"/>
              <a:t>, </a:t>
            </a:r>
            <a:r>
              <a:rPr lang="en-US" sz="2000" err="1"/>
              <a:t>v.v</a:t>
            </a:r>
            <a:r>
              <a:rPr lang="en-US" sz="2000"/>
              <a:t>…</a:t>
            </a:r>
          </a:p>
          <a:p>
            <a:endParaRPr lang="en-US" sz="2400"/>
          </a:p>
          <a:p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In term of Motor types</a:t>
            </a:r>
          </a:p>
          <a:p>
            <a:pPr lvl="1"/>
            <a:r>
              <a:rPr lang="en-US" sz="2000"/>
              <a:t>DC drive / </a:t>
            </a:r>
            <a:r>
              <a:rPr lang="en-US" sz="2000" err="1"/>
              <a:t>Truyền</a:t>
            </a:r>
            <a:r>
              <a:rPr lang="en-US" sz="2000"/>
              <a:t> </a:t>
            </a:r>
            <a:r>
              <a:rPr lang="en-US" sz="2000" err="1"/>
              <a:t>động</a:t>
            </a:r>
            <a:r>
              <a:rPr lang="en-US" sz="2000"/>
              <a:t> </a:t>
            </a:r>
            <a:r>
              <a:rPr lang="en-US" sz="2000" err="1"/>
              <a:t>một</a:t>
            </a:r>
            <a:r>
              <a:rPr lang="en-US" sz="2000"/>
              <a:t> </a:t>
            </a:r>
            <a:r>
              <a:rPr lang="en-US" sz="2000" err="1"/>
              <a:t>chiều</a:t>
            </a:r>
            <a:endParaRPr lang="en-US" sz="2000"/>
          </a:p>
          <a:p>
            <a:pPr lvl="1"/>
            <a:r>
              <a:rPr lang="en-US" sz="2000"/>
              <a:t>Separately excited, Self-excited motors / </a:t>
            </a:r>
            <a:r>
              <a:rPr lang="en-US" sz="2000" err="1"/>
              <a:t>Kích</a:t>
            </a:r>
            <a:r>
              <a:rPr lang="en-US" sz="2000"/>
              <a:t> </a:t>
            </a:r>
            <a:r>
              <a:rPr lang="en-US" sz="2000" err="1"/>
              <a:t>từ</a:t>
            </a:r>
            <a:r>
              <a:rPr lang="en-US" sz="2000"/>
              <a:t> </a:t>
            </a:r>
            <a:r>
              <a:rPr lang="en-US" sz="2000" err="1"/>
              <a:t>độc</a:t>
            </a:r>
            <a:r>
              <a:rPr lang="en-US" sz="2000"/>
              <a:t> </a:t>
            </a:r>
            <a:r>
              <a:rPr lang="en-US" sz="2000" err="1"/>
              <a:t>lập</a:t>
            </a:r>
            <a:r>
              <a:rPr lang="en-US" sz="2000"/>
              <a:t>, </a:t>
            </a:r>
            <a:r>
              <a:rPr lang="en-US" sz="2000" err="1"/>
              <a:t>tự</a:t>
            </a:r>
            <a:r>
              <a:rPr lang="en-US" sz="2000"/>
              <a:t> </a:t>
            </a:r>
            <a:r>
              <a:rPr lang="en-US" sz="2000" err="1"/>
              <a:t>kích</a:t>
            </a:r>
            <a:r>
              <a:rPr lang="en-US" sz="2000"/>
              <a:t> </a:t>
            </a:r>
            <a:r>
              <a:rPr lang="en-US" sz="2000" err="1"/>
              <a:t>từ</a:t>
            </a:r>
            <a:endParaRPr lang="en-US" sz="2000"/>
          </a:p>
          <a:p>
            <a:pPr lvl="1"/>
            <a:r>
              <a:rPr lang="en-US" sz="2000"/>
              <a:t>AC drive</a:t>
            </a:r>
          </a:p>
          <a:p>
            <a:pPr lvl="1"/>
            <a:r>
              <a:rPr lang="en-US" sz="2000"/>
              <a:t>Asynchronous motors (IM), Synchronous motors (IPM, SPM), BLDC, BLAC, etc. / </a:t>
            </a:r>
            <a:r>
              <a:rPr lang="en-US" sz="2000" err="1"/>
              <a:t>Động</a:t>
            </a:r>
            <a:r>
              <a:rPr lang="en-US" sz="2000"/>
              <a:t> c</a:t>
            </a:r>
            <a:r>
              <a:rPr lang="vi-VN" sz="2000"/>
              <a:t>ơ</a:t>
            </a:r>
            <a:r>
              <a:rPr lang="en-US" sz="2000"/>
              <a:t> </a:t>
            </a:r>
            <a:r>
              <a:rPr lang="en-US" sz="2000" err="1"/>
              <a:t>không</a:t>
            </a:r>
            <a:r>
              <a:rPr lang="en-US" sz="2000"/>
              <a:t> </a:t>
            </a:r>
            <a:r>
              <a:rPr lang="en-US" sz="2000" err="1"/>
              <a:t>đồng</a:t>
            </a:r>
            <a:r>
              <a:rPr lang="en-US" sz="2000"/>
              <a:t> </a:t>
            </a:r>
            <a:r>
              <a:rPr lang="en-US" sz="2000" err="1"/>
              <a:t>bộ</a:t>
            </a:r>
            <a:r>
              <a:rPr lang="en-US" sz="2000"/>
              <a:t>, </a:t>
            </a:r>
            <a:r>
              <a:rPr lang="en-US" sz="2000" err="1"/>
              <a:t>động</a:t>
            </a:r>
            <a:r>
              <a:rPr lang="en-US" sz="2000"/>
              <a:t> c</a:t>
            </a:r>
            <a:r>
              <a:rPr lang="vi-VN" sz="2000"/>
              <a:t>ơ</a:t>
            </a:r>
            <a:r>
              <a:rPr lang="en-US" sz="2000"/>
              <a:t> </a:t>
            </a:r>
            <a:r>
              <a:rPr lang="en-US" sz="2000" err="1"/>
              <a:t>đồng</a:t>
            </a:r>
            <a:r>
              <a:rPr lang="en-US" sz="2000"/>
              <a:t> </a:t>
            </a:r>
            <a:r>
              <a:rPr lang="en-US" sz="2000" err="1"/>
              <a:t>bộ</a:t>
            </a:r>
            <a:r>
              <a:rPr lang="en-US" sz="2000"/>
              <a:t>, </a:t>
            </a:r>
            <a:r>
              <a:rPr lang="en-US" sz="2000" err="1"/>
              <a:t>động</a:t>
            </a:r>
            <a:r>
              <a:rPr lang="en-US" sz="2000"/>
              <a:t> c</a:t>
            </a:r>
            <a:r>
              <a:rPr lang="vi-VN" sz="2000"/>
              <a:t>ơ</a:t>
            </a:r>
            <a:r>
              <a:rPr lang="en-US" sz="2000"/>
              <a:t> </a:t>
            </a:r>
            <a:r>
              <a:rPr lang="en-US" sz="2000" err="1"/>
              <a:t>một</a:t>
            </a:r>
            <a:r>
              <a:rPr lang="en-US" sz="2000"/>
              <a:t> </a:t>
            </a:r>
            <a:r>
              <a:rPr lang="en-US" sz="2000" err="1"/>
              <a:t>chiều</a:t>
            </a:r>
            <a:r>
              <a:rPr lang="en-US" sz="2000"/>
              <a:t> </a:t>
            </a:r>
            <a:r>
              <a:rPr lang="en-US" sz="2000" err="1"/>
              <a:t>không</a:t>
            </a:r>
            <a:r>
              <a:rPr lang="en-US" sz="2000"/>
              <a:t> </a:t>
            </a:r>
            <a:r>
              <a:rPr lang="en-US" sz="2000" err="1"/>
              <a:t>chổi</a:t>
            </a:r>
            <a:r>
              <a:rPr lang="en-US" sz="2000"/>
              <a:t> than, …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13F793-AC11-4AFA-8834-DA795A69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3E57F-39CD-4E69-98B4-D9F0C7A4D1E8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1B5FB-8897-4719-A910-FB976928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43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5840E-C437-483F-B652-E19B93FD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Classifications of ED system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25F5405-690F-4946-8630-25D189D54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3625888"/>
              </p:ext>
            </p:extLst>
          </p:nvPr>
        </p:nvGraphicFramePr>
        <p:xfrm>
          <a:off x="204788" y="832159"/>
          <a:ext cx="8734425" cy="5632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44FEFD-9EC7-43CD-893D-EC64ECEB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66CE9-147C-4547-8BFC-B69A4D0E603D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15B16-BFF4-4429-9584-854C0904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21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306BE5-4F77-44BA-85A9-CAE54877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characteristics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E34675-E665-4FA0-8493-F442F32EA4C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2400"/>
                  <a:t>Function of Torque with respect to Speed or vice versa: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320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/>
              </a:p>
              <a:p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E34675-E665-4FA0-8493-F442F32EA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985" t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2994314-E114-47B7-86E9-2344B59C8B4D}"/>
              </a:ext>
            </a:extLst>
          </p:cNvPr>
          <p:cNvGrpSpPr/>
          <p:nvPr/>
        </p:nvGrpSpPr>
        <p:grpSpPr>
          <a:xfrm>
            <a:off x="4142931" y="1947438"/>
            <a:ext cx="5199802" cy="4461011"/>
            <a:chOff x="1849323" y="2436357"/>
            <a:chExt cx="4472261" cy="383683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EA7FD0-CC21-440E-A713-CC0E45FF4D7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9323" y="2436357"/>
              <a:ext cx="4472261" cy="3836839"/>
              <a:chOff x="51101" y="2821808"/>
              <a:chExt cx="2839999" cy="243649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136A3D7-5414-4C89-9579-EB8F2C112321}"/>
                  </a:ext>
                </a:extLst>
              </p:cNvPr>
              <p:cNvGrpSpPr/>
              <p:nvPr/>
            </p:nvGrpSpPr>
            <p:grpSpPr>
              <a:xfrm>
                <a:off x="51101" y="2821808"/>
                <a:ext cx="2695913" cy="2286667"/>
                <a:chOff x="5379" y="2311043"/>
                <a:chExt cx="2885625" cy="2517953"/>
              </a:xfrm>
            </p:grpSpPr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E5F41CD2-A523-4412-972B-353B3CAC70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8769" y="2529445"/>
                  <a:ext cx="0" cy="204255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B63D8C02-0B48-4EAF-A3D2-B46F54B4E0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8769" y="4570739"/>
                  <a:ext cx="2202235" cy="126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B755BE20-31FF-47C3-881A-593A1B260A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8070" y="3018853"/>
                  <a:ext cx="2175799" cy="649425"/>
                </a:xfrm>
                <a:prstGeom prst="line">
                  <a:avLst/>
                </a:prstGeom>
                <a:ln w="28575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84F8F95F-AE2D-4CB1-9F13-C2114A23F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86972" y="4570738"/>
                      <a:ext cx="604032" cy="258258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oMath>
                        </m:oMathPara>
                      </a14:m>
                      <a:endParaRPr lang="en-SG">
                        <a:latin typeface="Bahnschrift SemiLight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84F8F95F-AE2D-4CB1-9F13-C2114A23F5D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6972" y="4570738"/>
                      <a:ext cx="604032" cy="25825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1F3172B5-20CC-40EE-AD66-37B16F4916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9" y="2311043"/>
                      <a:ext cx="1366776" cy="222123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𝑟𝑎𝑑</m:t>
                            </m:r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oMath>
                        </m:oMathPara>
                      </a14:m>
                      <a:endParaRPr lang="en-SG">
                        <a:latin typeface="Bahnschrift SemiLight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1F3172B5-20CC-40EE-AD66-37B16F4916C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79" y="2311043"/>
                      <a:ext cx="1366776" cy="22212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80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3C131DA-F9EC-45CF-A60D-8BEFECCD79BD}"/>
                  </a:ext>
                </a:extLst>
              </p:cNvPr>
              <p:cNvSpPr/>
              <p:nvPr/>
            </p:nvSpPr>
            <p:spPr>
              <a:xfrm>
                <a:off x="159121" y="5056580"/>
                <a:ext cx="2731979" cy="201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>
                    <a:latin typeface="+mj-lt"/>
                    <a:cs typeface="Times New Roman" panose="02020603050405020304" pitchFamily="18" charset="0"/>
                  </a:rPr>
                  <a:t>Torque-speed characteristic</a:t>
                </a:r>
                <a:endParaRPr lang="en-SG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2F2445-1816-4CD5-BFBB-FA795E88C47A}"/>
                </a:ext>
              </a:extLst>
            </p:cNvPr>
            <p:cNvCxnSpPr>
              <a:cxnSpLocks/>
            </p:cNvCxnSpPr>
            <p:nvPr/>
          </p:nvCxnSpPr>
          <p:spPr>
            <a:xfrm>
              <a:off x="3688636" y="3754967"/>
              <a:ext cx="0" cy="191296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1687971-ADB6-411F-99F6-DEFF884C34F9}"/>
                </a:ext>
              </a:extLst>
            </p:cNvPr>
            <p:cNvCxnSpPr>
              <a:cxnSpLocks/>
            </p:cNvCxnSpPr>
            <p:nvPr/>
          </p:nvCxnSpPr>
          <p:spPr>
            <a:xfrm>
              <a:off x="4560703" y="4004733"/>
              <a:ext cx="0" cy="166319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C3DB77-1232-4E0C-BF8D-8B928D339BE4}"/>
                </a:ext>
              </a:extLst>
            </p:cNvPr>
            <p:cNvCxnSpPr>
              <a:cxnSpLocks/>
            </p:cNvCxnSpPr>
            <p:nvPr/>
          </p:nvCxnSpPr>
          <p:spPr>
            <a:xfrm>
              <a:off x="5394669" y="4241800"/>
              <a:ext cx="0" cy="143043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6AA0A49-D08F-4524-B4C3-C67FDE46C8C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274635" y="3343850"/>
              <a:ext cx="0" cy="828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CD3AD7-17CC-491B-841E-7B9D3F989C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4733" y="4017288"/>
              <a:ext cx="1705970" cy="593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CCCAA3-2491-47F1-BD9A-C78D60C4D845}"/>
                </a:ext>
              </a:extLst>
            </p:cNvPr>
            <p:cNvCxnSpPr>
              <a:cxnSpLocks/>
            </p:cNvCxnSpPr>
            <p:nvPr/>
          </p:nvCxnSpPr>
          <p:spPr>
            <a:xfrm>
              <a:off x="2854731" y="4234814"/>
              <a:ext cx="2539940" cy="1457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31A809D-0893-42C9-9E8C-48490AB0077D}"/>
                    </a:ext>
                  </a:extLst>
                </p:cNvPr>
                <p:cNvSpPr/>
                <p:nvPr/>
              </p:nvSpPr>
              <p:spPr>
                <a:xfrm>
                  <a:off x="3507116" y="3420021"/>
                  <a:ext cx="99950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SG">
                    <a:latin typeface="Bahnschrift Semi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31A809D-0893-42C9-9E8C-48490AB00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116" y="3420021"/>
                  <a:ext cx="99950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4C294A8-5BF0-42D8-B7D8-D5062F61FD66}"/>
                    </a:ext>
                  </a:extLst>
                </p:cNvPr>
                <p:cNvSpPr/>
                <p:nvPr/>
              </p:nvSpPr>
              <p:spPr>
                <a:xfrm>
                  <a:off x="5153902" y="3924961"/>
                  <a:ext cx="101014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SG">
                    <a:latin typeface="Bahnschrift Semi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4C294A8-5BF0-42D8-B7D8-D5062F61FD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3902" y="3924961"/>
                  <a:ext cx="101014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0DDECFD-BCCD-4678-AC47-EF93DD824A25}"/>
                    </a:ext>
                  </a:extLst>
                </p:cNvPr>
                <p:cNvSpPr/>
                <p:nvPr/>
              </p:nvSpPr>
              <p:spPr>
                <a:xfrm>
                  <a:off x="4273212" y="3641679"/>
                  <a:ext cx="176138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SG">
                    <a:latin typeface="Bahnschrift Semi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0DDECFD-BCCD-4678-AC47-EF93DD824A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3212" y="3641679"/>
                  <a:ext cx="176138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B5DE7E5-9619-43A9-91EF-C8354F897B4F}"/>
                    </a:ext>
                  </a:extLst>
                </p:cNvPr>
                <p:cNvSpPr/>
                <p:nvPr/>
              </p:nvSpPr>
              <p:spPr>
                <a:xfrm>
                  <a:off x="2019426" y="3431205"/>
                  <a:ext cx="92762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en-SG">
                    <a:latin typeface="Bahnschrift Semi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B5DE7E5-9619-43A9-91EF-C8354F897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9426" y="3431205"/>
                  <a:ext cx="92762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918116-5011-482B-8165-06B910CF9B0E}"/>
                  </a:ext>
                </a:extLst>
              </p:cNvPr>
              <p:cNvSpPr txBox="1"/>
              <p:nvPr/>
            </p:nvSpPr>
            <p:spPr>
              <a:xfrm>
                <a:off x="382299" y="2132104"/>
                <a:ext cx="4673600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[rad/s]: No load speed</a:t>
                </a:r>
              </a:p>
              <a:p>
                <a:pPr algn="ctr"/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              (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Tốc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độ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không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tải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𝑟𝑎𝑡𝑒𝑑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: Rated speed</a:t>
                </a:r>
              </a:p>
              <a:p>
                <a:pPr algn="r"/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Tốc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độ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định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mức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	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𝑟𝑎𝑡𝑒𝑑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[Nm]: Rated torque</a:t>
                </a:r>
              </a:p>
              <a:p>
                <a:pPr algn="r"/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Mô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-men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định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mức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	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𝑟𝑎𝑡𝑒𝑑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𝑟𝑎𝑡𝑒𝑑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: rated operational point /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điểm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làm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việc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định</a:t>
                </a:r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400" err="1">
                    <a:solidFill>
                      <a:srgbClr val="002060"/>
                    </a:solidFill>
                    <a:latin typeface="+mj-lt"/>
                  </a:rPr>
                  <a:t>mức</a:t>
                </a:r>
                <a:endParaRPr lang="en-US" sz="2400">
                  <a:solidFill>
                    <a:srgbClr val="002060"/>
                  </a:solidFill>
                  <a:latin typeface="+mj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[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>
                    <a:solidFill>
                      <a:srgbClr val="002060"/>
                    </a:solidFill>
                    <a:latin typeface="+mj-lt"/>
                  </a:rPr>
                  <a:t>: Power</a:t>
                </a:r>
                <a:endParaRPr lang="en-US" sz="2400">
                  <a:solidFill>
                    <a:srgbClr val="5C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918116-5011-482B-8165-06B910CF9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99" y="2132104"/>
                <a:ext cx="4673600" cy="3785652"/>
              </a:xfrm>
              <a:prstGeom prst="rect">
                <a:avLst/>
              </a:prstGeom>
              <a:blipFill>
                <a:blip r:embed="rId9"/>
                <a:stretch>
                  <a:fillRect l="-1828" t="-1127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2573E-0586-4C73-9701-CD26F01A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F2FA-9829-4B67-82A5-036EDE6163A1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B8EAC-793B-4B04-91D0-8F3CAC7F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68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306BE5-4F77-44BA-85A9-CAE54877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characteristics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E34675-E665-4FA0-8493-F442F32EA4C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2400"/>
                  <a:t>Function of Torque with respect to Speed or vice versa: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5E34675-E665-4FA0-8493-F442F32EA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985" t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2994314-E114-47B7-86E9-2344B59C8B4D}"/>
              </a:ext>
            </a:extLst>
          </p:cNvPr>
          <p:cNvGrpSpPr/>
          <p:nvPr/>
        </p:nvGrpSpPr>
        <p:grpSpPr>
          <a:xfrm>
            <a:off x="4142931" y="1947438"/>
            <a:ext cx="4935993" cy="4461011"/>
            <a:chOff x="1849323" y="2436357"/>
            <a:chExt cx="4245363" cy="383683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EA7FD0-CC21-440E-A713-CC0E45FF4D7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9323" y="2436357"/>
              <a:ext cx="4245363" cy="3836839"/>
              <a:chOff x="51101" y="2821808"/>
              <a:chExt cx="2695913" cy="243649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136A3D7-5414-4C89-9579-EB8F2C112321}"/>
                  </a:ext>
                </a:extLst>
              </p:cNvPr>
              <p:cNvGrpSpPr/>
              <p:nvPr/>
            </p:nvGrpSpPr>
            <p:grpSpPr>
              <a:xfrm>
                <a:off x="51101" y="2821808"/>
                <a:ext cx="2695913" cy="2253851"/>
                <a:chOff x="5379" y="2311043"/>
                <a:chExt cx="2885625" cy="2481818"/>
              </a:xfrm>
            </p:grpSpPr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E5F41CD2-A523-4412-972B-353B3CAC70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8769" y="2529445"/>
                  <a:ext cx="0" cy="204255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B63D8C02-0B48-4EAF-A3D2-B46F54B4E0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8769" y="4570739"/>
                  <a:ext cx="2202235" cy="126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B755BE20-31FF-47C3-881A-593A1B260A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769" y="3063833"/>
                  <a:ext cx="2025099" cy="604445"/>
                </a:xfrm>
                <a:prstGeom prst="line">
                  <a:avLst/>
                </a:prstGeom>
                <a:ln w="28575">
                  <a:solidFill>
                    <a:srgbClr val="5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84F8F95F-AE2D-4CB1-9F13-C2114A23F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86972" y="4570738"/>
                      <a:ext cx="604032" cy="222123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oMath>
                        </m:oMathPara>
                      </a14:m>
                      <a:endParaRPr lang="en-SG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84F8F95F-AE2D-4CB1-9F13-C2114A23F5D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6972" y="4570738"/>
                      <a:ext cx="604032" cy="22212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1F3172B5-20CC-40EE-AD66-37B16F4916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9" y="2311043"/>
                      <a:ext cx="1366776" cy="222123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𝑟𝑎𝑑</m:t>
                            </m:r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oMath>
                        </m:oMathPara>
                      </a14:m>
                      <a:endParaRPr lang="en-SG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1F3172B5-20CC-40EE-AD66-37B16F4916C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79" y="2311043"/>
                      <a:ext cx="1366776" cy="22212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80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CF9F895B-B446-4701-A1E3-AE4D8482EB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769" y="3062574"/>
                  <a:ext cx="2016783" cy="220426"/>
                </a:xfrm>
                <a:prstGeom prst="line">
                  <a:avLst/>
                </a:prstGeom>
                <a:ln w="28575">
                  <a:solidFill>
                    <a:srgbClr val="5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3C131DA-F9EC-45CF-A60D-8BEFECCD79BD}"/>
                  </a:ext>
                </a:extLst>
              </p:cNvPr>
              <p:cNvSpPr/>
              <p:nvPr/>
            </p:nvSpPr>
            <p:spPr>
              <a:xfrm>
                <a:off x="426632" y="5056580"/>
                <a:ext cx="2282221" cy="201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>
                    <a:latin typeface="+mj-lt"/>
                    <a:cs typeface="Times New Roman" panose="02020603050405020304" pitchFamily="18" charset="0"/>
                  </a:rPr>
                  <a:t>Torque-speed characteristic</a:t>
                </a:r>
                <a:endParaRPr lang="en-SG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C08F191-F1FF-41CA-89B9-B91F9A0DCF7D}"/>
                  </a:ext>
                </a:extLst>
              </p:cNvPr>
              <p:cNvSpPr/>
              <p:nvPr/>
            </p:nvSpPr>
            <p:spPr>
              <a:xfrm>
                <a:off x="1402635" y="2944371"/>
                <a:ext cx="969059" cy="3530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>
                    <a:latin typeface="+mj-lt"/>
                    <a:cs typeface="Times New Roman" panose="02020603050405020304" pitchFamily="18" charset="0"/>
                  </a:rPr>
                  <a:t>Natural characteristics</a:t>
                </a:r>
                <a:endParaRPr lang="en-SG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BB9F02D-EEE9-45B6-BFC0-F50F52A1ED09}"/>
                  </a:ext>
                </a:extLst>
              </p:cNvPr>
              <p:cNvSpPr/>
              <p:nvPr/>
            </p:nvSpPr>
            <p:spPr>
              <a:xfrm>
                <a:off x="1666808" y="4362744"/>
                <a:ext cx="911366" cy="3530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>
                    <a:latin typeface="+mj-lt"/>
                    <a:cs typeface="Times New Roman" panose="02020603050405020304" pitchFamily="18" charset="0"/>
                  </a:rPr>
                  <a:t>Artificial characteristics</a:t>
                </a:r>
                <a:endParaRPr lang="en-SG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1687971-ADB6-411F-99F6-DEFF884C34F9}"/>
                </a:ext>
              </a:extLst>
            </p:cNvPr>
            <p:cNvCxnSpPr>
              <a:cxnSpLocks/>
            </p:cNvCxnSpPr>
            <p:nvPr/>
          </p:nvCxnSpPr>
          <p:spPr>
            <a:xfrm>
              <a:off x="4560703" y="3688777"/>
              <a:ext cx="0" cy="197915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CD3AD7-17CC-491B-841E-7B9D3F989C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4733" y="4017288"/>
              <a:ext cx="1705970" cy="593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0DDECFD-BCCD-4678-AC47-EF93DD824A25}"/>
                    </a:ext>
                  </a:extLst>
                </p:cNvPr>
                <p:cNvSpPr/>
                <p:nvPr/>
              </p:nvSpPr>
              <p:spPr>
                <a:xfrm>
                  <a:off x="4273212" y="3325829"/>
                  <a:ext cx="1440481" cy="3176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SG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0DDECFD-BCCD-4678-AC47-EF93DD824A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3212" y="3325829"/>
                  <a:ext cx="1440481" cy="317656"/>
                </a:xfrm>
                <a:prstGeom prst="rect">
                  <a:avLst/>
                </a:prstGeom>
                <a:blipFill>
                  <a:blip r:embed="rId5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B5DE7E5-9619-43A9-91EF-C8354F897B4F}"/>
                    </a:ext>
                  </a:extLst>
                </p:cNvPr>
                <p:cNvSpPr/>
                <p:nvPr/>
              </p:nvSpPr>
              <p:spPr>
                <a:xfrm>
                  <a:off x="2440688" y="3293553"/>
                  <a:ext cx="448304" cy="3176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SG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B5DE7E5-9619-43A9-91EF-C8354F897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0688" y="3293553"/>
                  <a:ext cx="448304" cy="317656"/>
                </a:xfrm>
                <a:prstGeom prst="rect">
                  <a:avLst/>
                </a:prstGeom>
                <a:blipFill>
                  <a:blip r:embed="rId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56B0E8D-E234-4C37-BB1A-91F27AA38B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4733" y="3710623"/>
              <a:ext cx="1705970" cy="593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25D989D-DF5B-461B-AA1F-D348EBCEA630}"/>
                    </a:ext>
                  </a:extLst>
                </p:cNvPr>
                <p:cNvSpPr/>
                <p:nvPr/>
              </p:nvSpPr>
              <p:spPr>
                <a:xfrm>
                  <a:off x="2174046" y="3509902"/>
                  <a:ext cx="728623" cy="3176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𝑟𝑎𝑡𝑒𝑑</m:t>
                            </m:r>
                          </m:sub>
                        </m:sSub>
                      </m:oMath>
                    </m:oMathPara>
                  </a14:m>
                  <a:endParaRPr lang="en-SG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25D989D-DF5B-461B-AA1F-D348EBCEA6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046" y="3509902"/>
                  <a:ext cx="728623" cy="317656"/>
                </a:xfrm>
                <a:prstGeom prst="rect">
                  <a:avLst/>
                </a:prstGeom>
                <a:blipFill>
                  <a:blip r:embed="rId7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CCEBA64-94E9-4EF1-A253-C82C70C7F686}"/>
                    </a:ext>
                  </a:extLst>
                </p:cNvPr>
                <p:cNvSpPr/>
                <p:nvPr/>
              </p:nvSpPr>
              <p:spPr>
                <a:xfrm>
                  <a:off x="2442977" y="3794496"/>
                  <a:ext cx="443725" cy="3176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CCEBA64-94E9-4EF1-A253-C82C70C7F6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2977" y="3794496"/>
                  <a:ext cx="443725" cy="317656"/>
                </a:xfrm>
                <a:prstGeom prst="rect">
                  <a:avLst/>
                </a:prstGeom>
                <a:blipFill>
                  <a:blip r:embed="rId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E14574BA-9534-47F5-8B98-99C4BFF23DA2}"/>
                    </a:ext>
                  </a:extLst>
                </p:cNvPr>
                <p:cNvSpPr/>
                <p:nvPr/>
              </p:nvSpPr>
              <p:spPr>
                <a:xfrm>
                  <a:off x="2622515" y="5607679"/>
                  <a:ext cx="322896" cy="3176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SG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E14574BA-9534-47F5-8B98-99C4BFF23D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2515" y="5607679"/>
                  <a:ext cx="322896" cy="31765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F918116-5011-482B-8165-06B910CF9B0E}"/>
              </a:ext>
            </a:extLst>
          </p:cNvPr>
          <p:cNvSpPr txBox="1"/>
          <p:nvPr/>
        </p:nvSpPr>
        <p:spPr>
          <a:xfrm>
            <a:off x="382299" y="2347453"/>
            <a:ext cx="444599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5C000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2400">
                <a:solidFill>
                  <a:srgbClr val="002060"/>
                </a:solidFill>
                <a:latin typeface="+mj-lt"/>
              </a:rPr>
              <a:t>Natural characteristics / </a:t>
            </a:r>
            <a:r>
              <a:rPr lang="en-US" sz="2400" err="1">
                <a:solidFill>
                  <a:srgbClr val="002060"/>
                </a:solidFill>
                <a:latin typeface="+mj-lt"/>
              </a:rPr>
              <a:t>Đặc</a:t>
            </a:r>
            <a:r>
              <a:rPr lang="en-US" sz="2400">
                <a:solidFill>
                  <a:srgbClr val="002060"/>
                </a:solidFill>
                <a:latin typeface="+mj-lt"/>
              </a:rPr>
              <a:t> tính c</a:t>
            </a:r>
            <a:r>
              <a:rPr lang="vi-VN" sz="2400">
                <a:solidFill>
                  <a:srgbClr val="002060"/>
                </a:solidFill>
                <a:latin typeface="+mj-lt"/>
              </a:rPr>
              <a:t>ơ</a:t>
            </a:r>
            <a:r>
              <a:rPr lang="en-US" sz="24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+mj-lt"/>
              </a:rPr>
              <a:t>tự</a:t>
            </a:r>
            <a:r>
              <a:rPr lang="en-US" sz="24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+mj-lt"/>
              </a:rPr>
              <a:t>nhiên</a:t>
            </a:r>
            <a:endParaRPr lang="en-US" sz="2400">
              <a:solidFill>
                <a:srgbClr val="002060"/>
              </a:solidFill>
              <a:latin typeface="+mj-lt"/>
            </a:endParaRPr>
          </a:p>
          <a:p>
            <a:r>
              <a:rPr lang="en-US">
                <a:solidFill>
                  <a:srgbClr val="002060"/>
                </a:solidFill>
                <a:latin typeface="+mj-lt"/>
              </a:rPr>
              <a:t>Mechanical characteristics at rated input (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đặc</a:t>
            </a:r>
            <a:r>
              <a:rPr lang="en-US">
                <a:solidFill>
                  <a:srgbClr val="002060"/>
                </a:solidFill>
                <a:latin typeface="+mj-lt"/>
              </a:rPr>
              <a:t> tính c</a:t>
            </a:r>
            <a:r>
              <a:rPr lang="vi-VN">
                <a:solidFill>
                  <a:srgbClr val="002060"/>
                </a:solidFill>
                <a:latin typeface="+mj-lt"/>
              </a:rPr>
              <a:t>ơ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khi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động</a:t>
            </a:r>
            <a:r>
              <a:rPr lang="en-US">
                <a:solidFill>
                  <a:srgbClr val="002060"/>
                </a:solidFill>
                <a:latin typeface="+mj-lt"/>
              </a:rPr>
              <a:t> c</a:t>
            </a:r>
            <a:r>
              <a:rPr lang="vi-VN">
                <a:solidFill>
                  <a:srgbClr val="002060"/>
                </a:solidFill>
                <a:latin typeface="+mj-lt"/>
              </a:rPr>
              <a:t>ơ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hoạt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động</a:t>
            </a:r>
            <a:r>
              <a:rPr lang="en-US">
                <a:solidFill>
                  <a:srgbClr val="002060"/>
                </a:solidFill>
                <a:latin typeface="+mj-lt"/>
              </a:rPr>
              <a:t> ở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điều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kiện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đầu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vào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định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mức</a:t>
            </a:r>
            <a:r>
              <a:rPr lang="en-US">
                <a:solidFill>
                  <a:srgbClr val="002060"/>
                </a:solidFill>
                <a:latin typeface="+mj-lt"/>
              </a:rPr>
              <a:t>)</a:t>
            </a:r>
          </a:p>
          <a:p>
            <a:endParaRPr lang="en-US" sz="1600">
              <a:solidFill>
                <a:srgbClr val="002060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+mj-lt"/>
              </a:rPr>
              <a:t>Artificial characteristics / </a:t>
            </a:r>
            <a:r>
              <a:rPr lang="en-US" sz="2400" err="1">
                <a:solidFill>
                  <a:srgbClr val="002060"/>
                </a:solidFill>
                <a:latin typeface="+mj-lt"/>
              </a:rPr>
              <a:t>Đặc</a:t>
            </a:r>
            <a:r>
              <a:rPr lang="en-US" sz="2400">
                <a:solidFill>
                  <a:srgbClr val="002060"/>
                </a:solidFill>
                <a:latin typeface="+mj-lt"/>
              </a:rPr>
              <a:t> tính c</a:t>
            </a:r>
            <a:r>
              <a:rPr lang="vi-VN" sz="2400">
                <a:solidFill>
                  <a:srgbClr val="002060"/>
                </a:solidFill>
                <a:latin typeface="+mj-lt"/>
              </a:rPr>
              <a:t>ơ</a:t>
            </a:r>
            <a:r>
              <a:rPr lang="en-US" sz="24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+mj-lt"/>
              </a:rPr>
              <a:t>nhân</a:t>
            </a:r>
            <a:r>
              <a:rPr lang="en-US" sz="24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400" err="1">
                <a:solidFill>
                  <a:srgbClr val="002060"/>
                </a:solidFill>
                <a:latin typeface="+mj-lt"/>
              </a:rPr>
              <a:t>tạo</a:t>
            </a:r>
            <a:endParaRPr lang="en-US" sz="2400">
              <a:solidFill>
                <a:srgbClr val="002060"/>
              </a:solidFill>
              <a:latin typeface="+mj-lt"/>
            </a:endParaRPr>
          </a:p>
          <a:p>
            <a:r>
              <a:rPr lang="en-US">
                <a:solidFill>
                  <a:srgbClr val="002060"/>
                </a:solidFill>
                <a:latin typeface="+mj-lt"/>
              </a:rPr>
              <a:t>Mechanical characteristics at input other than rated condition (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đặc</a:t>
            </a:r>
            <a:r>
              <a:rPr lang="en-US">
                <a:solidFill>
                  <a:srgbClr val="002060"/>
                </a:solidFill>
                <a:latin typeface="+mj-lt"/>
              </a:rPr>
              <a:t> tính c</a:t>
            </a:r>
            <a:r>
              <a:rPr lang="vi-VN">
                <a:solidFill>
                  <a:srgbClr val="002060"/>
                </a:solidFill>
                <a:latin typeface="+mj-lt"/>
              </a:rPr>
              <a:t>ơ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khi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động</a:t>
            </a:r>
            <a:r>
              <a:rPr lang="en-US">
                <a:solidFill>
                  <a:srgbClr val="002060"/>
                </a:solidFill>
                <a:latin typeface="+mj-lt"/>
              </a:rPr>
              <a:t> c</a:t>
            </a:r>
            <a:r>
              <a:rPr lang="vi-VN">
                <a:solidFill>
                  <a:srgbClr val="002060"/>
                </a:solidFill>
                <a:latin typeface="+mj-lt"/>
              </a:rPr>
              <a:t>ơ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hoạt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động</a:t>
            </a:r>
            <a:r>
              <a:rPr lang="en-US">
                <a:solidFill>
                  <a:srgbClr val="002060"/>
                </a:solidFill>
                <a:latin typeface="+mj-lt"/>
              </a:rPr>
              <a:t> ở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điều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kiện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đầu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vào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khác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định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mức</a:t>
            </a:r>
            <a:r>
              <a:rPr lang="en-US">
                <a:solidFill>
                  <a:srgbClr val="002060"/>
                </a:solidFill>
                <a:latin typeface="+mj-lt"/>
              </a:rPr>
              <a:t>)</a:t>
            </a:r>
          </a:p>
          <a:p>
            <a:endParaRPr lang="en-US" sz="2400">
              <a:solidFill>
                <a:srgbClr val="5C0000"/>
              </a:solidFill>
              <a:latin typeface="Bahnschrift SemiLight" panose="020B0502040204020203" pitchFamily="34" charset="0"/>
            </a:endParaRPr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552E59FC-053F-44B4-A70F-6C35BDCA6E55}"/>
              </a:ext>
            </a:extLst>
          </p:cNvPr>
          <p:cNvCxnSpPr>
            <a:cxnSpLocks/>
          </p:cNvCxnSpPr>
          <p:nvPr/>
        </p:nvCxnSpPr>
        <p:spPr>
          <a:xfrm rot="5400000">
            <a:off x="6768022" y="2859022"/>
            <a:ext cx="501088" cy="3536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55DC444F-81E6-4CBB-A5E0-B2DDB11E7B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62857" y="4269306"/>
            <a:ext cx="564598" cy="43431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F09F3-ADF9-428B-8385-67119548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67801-7B5C-49CA-AE6B-40E70BADA446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2ECB0-2392-466B-A5CF-27C5AE919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00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DB086B0-238B-4B60-A0E3-1E09773329E3}"/>
              </a:ext>
            </a:extLst>
          </p:cNvPr>
          <p:cNvCxnSpPr>
            <a:cxnSpLocks/>
          </p:cNvCxnSpPr>
          <p:nvPr/>
        </p:nvCxnSpPr>
        <p:spPr>
          <a:xfrm>
            <a:off x="4634630" y="1334022"/>
            <a:ext cx="0" cy="515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9629349-09DB-44BE-B5BA-60427A81E9BC}"/>
              </a:ext>
            </a:extLst>
          </p:cNvPr>
          <p:cNvCxnSpPr/>
          <p:nvPr/>
        </p:nvCxnSpPr>
        <p:spPr>
          <a:xfrm>
            <a:off x="62643" y="3858016"/>
            <a:ext cx="8942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FE306BE5-4F77-44BA-85A9-CAE54877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 quadrants of operation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BA713A2-D95B-4C1A-817C-A4AD979C91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/>
              <a:t>Four quadrants / </a:t>
            </a:r>
            <a:r>
              <a:rPr lang="en-US" sz="2800" err="1"/>
              <a:t>Bốn</a:t>
            </a:r>
            <a:r>
              <a:rPr lang="en-US" sz="2800"/>
              <a:t> </a:t>
            </a:r>
            <a:r>
              <a:rPr lang="en-US" sz="2800" err="1"/>
              <a:t>góc</a:t>
            </a:r>
            <a:r>
              <a:rPr lang="en-US" sz="2800"/>
              <a:t> </a:t>
            </a:r>
            <a:r>
              <a:rPr lang="en-US" sz="2800" err="1"/>
              <a:t>phần</a:t>
            </a:r>
            <a:r>
              <a:rPr lang="en-US" sz="2800"/>
              <a:t> </a:t>
            </a:r>
            <a:r>
              <a:rPr lang="en-US" sz="2800" err="1"/>
              <a:t>tư</a:t>
            </a:r>
            <a:r>
              <a:rPr lang="en-US" sz="2800"/>
              <a:t>: I, II, III, and IV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698D833-A240-494A-85E3-38B13212920D}"/>
              </a:ext>
            </a:extLst>
          </p:cNvPr>
          <p:cNvGrpSpPr/>
          <p:nvPr/>
        </p:nvGrpSpPr>
        <p:grpSpPr>
          <a:xfrm>
            <a:off x="1456831" y="2111635"/>
            <a:ext cx="6548695" cy="3427673"/>
            <a:chOff x="1879626" y="3268466"/>
            <a:chExt cx="5953359" cy="3116066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D7B343E-F079-430A-84E8-654D84242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9626" y="3268466"/>
              <a:ext cx="5953359" cy="3116066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65C125F-FF2B-4A22-9BEA-EF8DCE5486C0}"/>
                </a:ext>
              </a:extLst>
            </p:cNvPr>
            <p:cNvSpPr/>
            <p:nvPr/>
          </p:nvSpPr>
          <p:spPr>
            <a:xfrm>
              <a:off x="4856305" y="4670113"/>
              <a:ext cx="102394" cy="156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6904860-E6C8-4352-8836-2C06C9300908}"/>
                </a:ext>
              </a:extLst>
            </p:cNvPr>
            <p:cNvSpPr/>
            <p:nvPr/>
          </p:nvSpPr>
          <p:spPr>
            <a:xfrm>
              <a:off x="4856305" y="4907944"/>
              <a:ext cx="102394" cy="156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42C88D6-BD13-4BBA-A3D0-1786819B806A}"/>
                </a:ext>
              </a:extLst>
            </p:cNvPr>
            <p:cNvSpPr/>
            <p:nvPr/>
          </p:nvSpPr>
          <p:spPr>
            <a:xfrm>
              <a:off x="4571999" y="4927288"/>
              <a:ext cx="102394" cy="156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180B14-29F9-4612-A834-B95BEE5D2E13}"/>
                </a:ext>
              </a:extLst>
            </p:cNvPr>
            <p:cNvSpPr/>
            <p:nvPr/>
          </p:nvSpPr>
          <p:spPr>
            <a:xfrm>
              <a:off x="4571999" y="4670113"/>
              <a:ext cx="102394" cy="156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E1B1B38-88D4-4745-886E-79F18628209A}"/>
                </a:ext>
              </a:extLst>
            </p:cNvPr>
            <p:cNvSpPr txBox="1"/>
            <p:nvPr/>
          </p:nvSpPr>
          <p:spPr>
            <a:xfrm>
              <a:off x="4776697" y="4538612"/>
              <a:ext cx="226169" cy="335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102C56"/>
                  </a:solidFill>
                  <a:latin typeface="+mj-lt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5DF85A9-D8F3-4E7E-8040-508B8671C35C}"/>
                </a:ext>
              </a:extLst>
            </p:cNvPr>
            <p:cNvSpPr txBox="1"/>
            <p:nvPr/>
          </p:nvSpPr>
          <p:spPr>
            <a:xfrm>
              <a:off x="4453919" y="4538612"/>
              <a:ext cx="284460" cy="335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102C56"/>
                  </a:solidFill>
                  <a:latin typeface="+mj-lt"/>
                  <a:cs typeface="Times New Roman" panose="02020603050405020304" pitchFamily="18" charset="0"/>
                </a:rPr>
                <a:t>II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989A18-7CDB-4E2D-B32A-9F6E85B451CC}"/>
                </a:ext>
              </a:extLst>
            </p:cNvPr>
            <p:cNvSpPr txBox="1"/>
            <p:nvPr/>
          </p:nvSpPr>
          <p:spPr>
            <a:xfrm>
              <a:off x="4415447" y="4820815"/>
              <a:ext cx="342751" cy="335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102C56"/>
                  </a:solidFill>
                  <a:latin typeface="+mj-lt"/>
                  <a:cs typeface="Times New Roman" panose="02020603050405020304" pitchFamily="18" charset="0"/>
                </a:rPr>
                <a:t>III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AEC61D1-7838-4F14-AAB1-81E6F095F15A}"/>
                </a:ext>
              </a:extLst>
            </p:cNvPr>
            <p:cNvSpPr txBox="1"/>
            <p:nvPr/>
          </p:nvSpPr>
          <p:spPr>
            <a:xfrm>
              <a:off x="4750219" y="4822607"/>
              <a:ext cx="367525" cy="335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102C56"/>
                  </a:solidFill>
                  <a:latin typeface="+mj-lt"/>
                  <a:cs typeface="Times New Roman" panose="02020603050405020304" pitchFamily="18" charset="0"/>
                </a:rPr>
                <a:t>IV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994B188-F4E6-41CD-A275-79621AF378FD}"/>
                  </a:ext>
                </a:extLst>
              </p:cNvPr>
              <p:cNvSpPr txBox="1"/>
              <p:nvPr/>
            </p:nvSpPr>
            <p:spPr>
              <a:xfrm>
                <a:off x="6373003" y="1558718"/>
                <a:ext cx="2708354" cy="915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+mj-lt"/>
                  </a:rPr>
                  <a:t>Motor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chemeClr val="tx2"/>
                                  </a:solidFill>
                                  <a:latin typeface="+mj-lt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i="1">
                  <a:solidFill>
                    <a:schemeClr val="tx2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994B188-F4E6-41CD-A275-79621AF37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03" y="1558718"/>
                <a:ext cx="2708354" cy="915828"/>
              </a:xfrm>
              <a:prstGeom prst="rect">
                <a:avLst/>
              </a:prstGeom>
              <a:blipFill>
                <a:blip r:embed="rId3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311AA35-0FDF-4639-B316-1544009D7D0A}"/>
                  </a:ext>
                </a:extLst>
              </p:cNvPr>
              <p:cNvSpPr txBox="1"/>
              <p:nvPr/>
            </p:nvSpPr>
            <p:spPr>
              <a:xfrm>
                <a:off x="102654" y="5456950"/>
                <a:ext cx="2708354" cy="915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+mj-lt"/>
                  </a:rPr>
                  <a:t>Motor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chemeClr val="tx2"/>
                                  </a:solidFill>
                                  <a:latin typeface="+mj-lt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i="1">
                  <a:solidFill>
                    <a:schemeClr val="tx2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311AA35-0FDF-4639-B316-1544009D7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4" y="5456950"/>
                <a:ext cx="2708354" cy="915828"/>
              </a:xfrm>
              <a:prstGeom prst="rect">
                <a:avLst/>
              </a:prstGeom>
              <a:blipFill>
                <a:blip r:embed="rId4"/>
                <a:stretch>
                  <a:fillRect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AD34FC-5B8C-40B4-9A47-09A63460647C}"/>
                  </a:ext>
                </a:extLst>
              </p:cNvPr>
              <p:cNvSpPr txBox="1"/>
              <p:nvPr/>
            </p:nvSpPr>
            <p:spPr>
              <a:xfrm>
                <a:off x="6130846" y="5456950"/>
                <a:ext cx="2708354" cy="915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+mj-lt"/>
                  </a:rPr>
                  <a:t>Generator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chemeClr val="tx2"/>
                                  </a:solidFill>
                                  <a:latin typeface="+mj-lt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i="1">
                  <a:solidFill>
                    <a:schemeClr val="tx2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AD34FC-5B8C-40B4-9A47-09A634606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846" y="5456950"/>
                <a:ext cx="2708354" cy="915828"/>
              </a:xfrm>
              <a:prstGeom prst="rect">
                <a:avLst/>
              </a:prstGeom>
              <a:blipFill>
                <a:blip r:embed="rId5"/>
                <a:stretch>
                  <a:fillRect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D70D6E1-1DAF-46A0-AD3B-B4B548ED7FCE}"/>
                  </a:ext>
                </a:extLst>
              </p:cNvPr>
              <p:cNvSpPr txBox="1"/>
              <p:nvPr/>
            </p:nvSpPr>
            <p:spPr>
              <a:xfrm>
                <a:off x="138843" y="1533724"/>
                <a:ext cx="2708354" cy="915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>
                    <a:solidFill>
                      <a:schemeClr val="tx2"/>
                    </a:solidFill>
                    <a:latin typeface="+mj-lt"/>
                  </a:rPr>
                  <a:t>Generator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chemeClr val="tx2"/>
                                  </a:solidFill>
                                  <a:latin typeface="+mj-lt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i="1">
                  <a:solidFill>
                    <a:schemeClr val="tx2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D70D6E1-1DAF-46A0-AD3B-B4B548ED7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3" y="1533724"/>
                <a:ext cx="2708354" cy="915828"/>
              </a:xfrm>
              <a:prstGeom prst="rect">
                <a:avLst/>
              </a:prstGeom>
              <a:blipFill>
                <a:blip r:embed="rId6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B1334-AE14-496E-BB9E-461D0E32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5E5C-C071-4BE2-A1CF-F36C57F7615F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3FE2E-CDFD-4674-B3A8-60F27C17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3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306BE5-4F77-44BA-85A9-CAE54877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characteristics of Motors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2994314-E114-47B7-86E9-2344B59C8B4D}"/>
              </a:ext>
            </a:extLst>
          </p:cNvPr>
          <p:cNvGrpSpPr/>
          <p:nvPr/>
        </p:nvGrpSpPr>
        <p:grpSpPr>
          <a:xfrm>
            <a:off x="151104" y="1226107"/>
            <a:ext cx="2902946" cy="4017536"/>
            <a:chOff x="1734330" y="2378722"/>
            <a:chExt cx="4559350" cy="449476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EA7FD0-CC21-440E-A713-CC0E45FF4D7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9323" y="2378722"/>
              <a:ext cx="4245363" cy="4494762"/>
              <a:chOff x="51101" y="2785209"/>
              <a:chExt cx="2695913" cy="285429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136A3D7-5414-4C89-9579-EB8F2C112321}"/>
                  </a:ext>
                </a:extLst>
              </p:cNvPr>
              <p:cNvGrpSpPr/>
              <p:nvPr/>
            </p:nvGrpSpPr>
            <p:grpSpPr>
              <a:xfrm>
                <a:off x="59393" y="2785209"/>
                <a:ext cx="2687621" cy="2400572"/>
                <a:chOff x="14255" y="2270742"/>
                <a:chExt cx="2876749" cy="2643379"/>
              </a:xfrm>
            </p:grpSpPr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E5F41CD2-A523-4412-972B-353B3CAC70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8769" y="2529445"/>
                  <a:ext cx="0" cy="23846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B63D8C02-0B48-4EAF-A3D2-B46F54B4E0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255" y="4570739"/>
                  <a:ext cx="2876749" cy="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84F8F95F-AE2D-4CB1-9F13-C2114A23F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6357" y="4570738"/>
                      <a:ext cx="324646" cy="26485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oMath>
                        </m:oMathPara>
                      </a14:m>
                      <a:endParaRPr lang="en-SG" sz="160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84F8F95F-AE2D-4CB1-9F13-C2114A23F5D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66357" y="4570738"/>
                      <a:ext cx="324646" cy="26485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1F3172B5-20CC-40EE-AD66-37B16F4916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181" y="2270742"/>
                      <a:ext cx="357173" cy="26485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SG" sz="160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1F3172B5-20CC-40EE-AD66-37B16F4916C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181" y="2270742"/>
                      <a:ext cx="357173" cy="26485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CF9F895B-B446-4701-A1E3-AE4D8482EB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4930" y="3004228"/>
                  <a:ext cx="2550622" cy="278772"/>
                </a:xfrm>
                <a:prstGeom prst="line">
                  <a:avLst/>
                </a:prstGeom>
                <a:ln w="28575">
                  <a:solidFill>
                    <a:srgbClr val="5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3C131DA-F9EC-45CF-A60D-8BEFECCD79BD}"/>
                  </a:ext>
                </a:extLst>
              </p:cNvPr>
              <p:cNvSpPr/>
              <p:nvPr/>
            </p:nvSpPr>
            <p:spPr>
              <a:xfrm>
                <a:off x="51101" y="5224041"/>
                <a:ext cx="2695910" cy="4154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>
                    <a:latin typeface="+mj-lt"/>
                    <a:cs typeface="Times New Roman" panose="02020603050405020304" pitchFamily="18" charset="0"/>
                  </a:rPr>
                  <a:t>Torque-speed characteristic of DC motors</a:t>
                </a:r>
                <a:endParaRPr lang="en-SG" sz="160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1687971-ADB6-411F-99F6-DEFF884C34F9}"/>
                </a:ext>
              </a:extLst>
            </p:cNvPr>
            <p:cNvCxnSpPr>
              <a:cxnSpLocks/>
            </p:cNvCxnSpPr>
            <p:nvPr/>
          </p:nvCxnSpPr>
          <p:spPr>
            <a:xfrm>
              <a:off x="4560703" y="3688777"/>
              <a:ext cx="0" cy="197915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0DDECFD-BCCD-4678-AC47-EF93DD824A25}"/>
                    </a:ext>
                  </a:extLst>
                </p:cNvPr>
                <p:cNvSpPr/>
                <p:nvPr/>
              </p:nvSpPr>
              <p:spPr>
                <a:xfrm>
                  <a:off x="3928180" y="3198826"/>
                  <a:ext cx="2365500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0DDECFD-BCCD-4678-AC47-EF93DD824A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8180" y="3198826"/>
                  <a:ext cx="2365500" cy="3787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B5DE7E5-9619-43A9-91EF-C8354F897B4F}"/>
                    </a:ext>
                  </a:extLst>
                </p:cNvPr>
                <p:cNvSpPr/>
                <p:nvPr/>
              </p:nvSpPr>
              <p:spPr>
                <a:xfrm>
                  <a:off x="2793911" y="3139457"/>
                  <a:ext cx="751575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B5DE7E5-9619-43A9-91EF-C8354F897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3911" y="3139457"/>
                  <a:ext cx="751575" cy="3787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56B0E8D-E234-4C37-BB1A-91F27AA38B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4733" y="3710623"/>
              <a:ext cx="1705970" cy="593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25D989D-DF5B-461B-AA1F-D348EBCEA630}"/>
                    </a:ext>
                  </a:extLst>
                </p:cNvPr>
                <p:cNvSpPr/>
                <p:nvPr/>
              </p:nvSpPr>
              <p:spPr>
                <a:xfrm>
                  <a:off x="1734330" y="3510806"/>
                  <a:ext cx="1214724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𝑟𝑎𝑡𝑒𝑑</m:t>
                            </m:r>
                          </m:sub>
                        </m:sSub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25D989D-DF5B-461B-AA1F-D348EBCEA6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30" y="3510806"/>
                  <a:ext cx="1214724" cy="3787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E14574BA-9534-47F5-8B98-99C4BFF23DA2}"/>
                    </a:ext>
                  </a:extLst>
                </p:cNvPr>
                <p:cNvSpPr/>
                <p:nvPr/>
              </p:nvSpPr>
              <p:spPr>
                <a:xfrm>
                  <a:off x="2520024" y="5607679"/>
                  <a:ext cx="551872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E14574BA-9534-47F5-8B98-99C4BFF23D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024" y="5607679"/>
                  <a:ext cx="551872" cy="3787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1CDE841-8C09-4A97-8C53-DAC331CB1554}"/>
              </a:ext>
            </a:extLst>
          </p:cNvPr>
          <p:cNvGrpSpPr/>
          <p:nvPr/>
        </p:nvGrpSpPr>
        <p:grpSpPr>
          <a:xfrm>
            <a:off x="3164511" y="1226107"/>
            <a:ext cx="2877953" cy="4017536"/>
            <a:chOff x="1734330" y="2378722"/>
            <a:chExt cx="4520096" cy="4494762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499934A-3834-488B-9644-3814D5F98BC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9323" y="2378722"/>
              <a:ext cx="4405103" cy="4494762"/>
              <a:chOff x="51101" y="2785209"/>
              <a:chExt cx="2797352" cy="2854290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9D428894-1701-4911-8CD9-71BBA29AE122}"/>
                  </a:ext>
                </a:extLst>
              </p:cNvPr>
              <p:cNvGrpSpPr/>
              <p:nvPr/>
            </p:nvGrpSpPr>
            <p:grpSpPr>
              <a:xfrm>
                <a:off x="59393" y="2785209"/>
                <a:ext cx="2789060" cy="2400572"/>
                <a:chOff x="14255" y="2270742"/>
                <a:chExt cx="2985326" cy="2643379"/>
              </a:xfrm>
            </p:grpSpPr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109428A2-EB43-4178-9870-948EC56E21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8769" y="2529445"/>
                  <a:ext cx="0" cy="23846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9CF9FE5C-797B-4A98-B413-89DD91B634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255" y="4570739"/>
                  <a:ext cx="2876749" cy="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1" name="Rectangle 90">
                      <a:extLst>
                        <a:ext uri="{FF2B5EF4-FFF2-40B4-BE49-F238E27FC236}">
                          <a16:creationId xmlns:a16="http://schemas.microsoft.com/office/drawing/2014/main" id="{DE67F17A-1C0C-40A7-BC7D-2E0A0DD73C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4935" y="4542937"/>
                      <a:ext cx="324646" cy="26485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oMath>
                        </m:oMathPara>
                      </a14:m>
                      <a:endParaRPr lang="en-SG" sz="160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91" name="Rectangle 90">
                      <a:extLst>
                        <a:ext uri="{FF2B5EF4-FFF2-40B4-BE49-F238E27FC236}">
                          <a16:creationId xmlns:a16="http://schemas.microsoft.com/office/drawing/2014/main" id="{DE67F17A-1C0C-40A7-BC7D-2E0A0DD73CD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74935" y="4542937"/>
                      <a:ext cx="324646" cy="26485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Rectangle 91">
                      <a:extLst>
                        <a:ext uri="{FF2B5EF4-FFF2-40B4-BE49-F238E27FC236}">
                          <a16:creationId xmlns:a16="http://schemas.microsoft.com/office/drawing/2014/main" id="{8D489BB2-47C9-4652-88D4-289D5DA73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181" y="2270742"/>
                      <a:ext cx="357173" cy="26485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SG" sz="160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92" name="Rectangle 91">
                      <a:extLst>
                        <a:ext uri="{FF2B5EF4-FFF2-40B4-BE49-F238E27FC236}">
                          <a16:creationId xmlns:a16="http://schemas.microsoft.com/office/drawing/2014/main" id="{8D489BB2-47C9-4652-88D4-289D5DA737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181" y="2270742"/>
                      <a:ext cx="357173" cy="26485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99C40EC-0850-47DF-A7EE-5AAC35EA727B}"/>
                  </a:ext>
                </a:extLst>
              </p:cNvPr>
              <p:cNvSpPr/>
              <p:nvPr/>
            </p:nvSpPr>
            <p:spPr>
              <a:xfrm>
                <a:off x="51101" y="5224041"/>
                <a:ext cx="2695910" cy="4154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>
                    <a:latin typeface="+mj-lt"/>
                    <a:cs typeface="Times New Roman" panose="02020603050405020304" pitchFamily="18" charset="0"/>
                  </a:rPr>
                  <a:t>Torque-speed characteristic of Induction Motors</a:t>
                </a:r>
                <a:endParaRPr lang="en-SG" sz="160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66637B9-FB45-4AB4-8B98-077ABB2B0D82}"/>
                </a:ext>
              </a:extLst>
            </p:cNvPr>
            <p:cNvCxnSpPr>
              <a:cxnSpLocks/>
            </p:cNvCxnSpPr>
            <p:nvPr/>
          </p:nvCxnSpPr>
          <p:spPr>
            <a:xfrm>
              <a:off x="3727934" y="3577595"/>
              <a:ext cx="0" cy="211218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5DC51C46-F6AD-47DF-AF0E-D34ADF838674}"/>
                    </a:ext>
                  </a:extLst>
                </p:cNvPr>
                <p:cNvSpPr/>
                <p:nvPr/>
              </p:nvSpPr>
              <p:spPr>
                <a:xfrm>
                  <a:off x="3502219" y="3139457"/>
                  <a:ext cx="2365500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5DC51C46-F6AD-47DF-AF0E-D34ADF8386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2219" y="3139457"/>
                  <a:ext cx="2365500" cy="37876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F7DD4072-D467-46EF-8120-4122B164863D}"/>
                    </a:ext>
                  </a:extLst>
                </p:cNvPr>
                <p:cNvSpPr/>
                <p:nvPr/>
              </p:nvSpPr>
              <p:spPr>
                <a:xfrm>
                  <a:off x="2793911" y="3139457"/>
                  <a:ext cx="728713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F7DD4072-D467-46EF-8120-4122B16486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3911" y="3139457"/>
                  <a:ext cx="728713" cy="37876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6662110-585A-4AD4-93C1-0E90965868D7}"/>
                </a:ext>
              </a:extLst>
            </p:cNvPr>
            <p:cNvCxnSpPr>
              <a:cxnSpLocks/>
            </p:cNvCxnSpPr>
            <p:nvPr/>
          </p:nvCxnSpPr>
          <p:spPr>
            <a:xfrm>
              <a:off x="2854732" y="3582982"/>
              <a:ext cx="8259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9A0A2187-AA1A-49D4-B653-C464EFC1B495}"/>
                    </a:ext>
                  </a:extLst>
                </p:cNvPr>
                <p:cNvSpPr/>
                <p:nvPr/>
              </p:nvSpPr>
              <p:spPr>
                <a:xfrm>
                  <a:off x="1734330" y="3510806"/>
                  <a:ext cx="1214724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𝑟𝑎𝑡𝑒𝑑</m:t>
                            </m:r>
                          </m:sub>
                        </m:sSub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9A0A2187-AA1A-49D4-B653-C464EFC1B4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30" y="3510806"/>
                  <a:ext cx="1214724" cy="3787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48989A8-2602-446C-AF01-94CD78AFC9B4}"/>
                    </a:ext>
                  </a:extLst>
                </p:cNvPr>
                <p:cNvSpPr/>
                <p:nvPr/>
              </p:nvSpPr>
              <p:spPr>
                <a:xfrm>
                  <a:off x="2520024" y="5607679"/>
                  <a:ext cx="551872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48989A8-2602-446C-AF01-94CD78AFC9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024" y="5607679"/>
                  <a:ext cx="551872" cy="37876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ADDC0A4-F289-4E39-8056-8CABA81BCE41}"/>
                </a:ext>
              </a:extLst>
            </p:cNvPr>
            <p:cNvCxnSpPr>
              <a:cxnSpLocks/>
            </p:cNvCxnSpPr>
            <p:nvPr/>
          </p:nvCxnSpPr>
          <p:spPr>
            <a:xfrm>
              <a:off x="5755833" y="4030434"/>
              <a:ext cx="0" cy="165934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04DBE4C-04AB-4A7C-BB17-C7FC3E996BED}"/>
                </a:ext>
              </a:extLst>
            </p:cNvPr>
            <p:cNvCxnSpPr>
              <a:cxnSpLocks/>
            </p:cNvCxnSpPr>
            <p:nvPr/>
          </p:nvCxnSpPr>
          <p:spPr>
            <a:xfrm>
              <a:off x="2854732" y="4030552"/>
              <a:ext cx="289257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FF2F3AB-B5CE-49BA-8AEC-4EFB79222D81}"/>
              </a:ext>
            </a:extLst>
          </p:cNvPr>
          <p:cNvGrpSpPr/>
          <p:nvPr/>
        </p:nvGrpSpPr>
        <p:grpSpPr>
          <a:xfrm>
            <a:off x="6289868" y="1226107"/>
            <a:ext cx="2829730" cy="4017536"/>
            <a:chOff x="1849323" y="2378722"/>
            <a:chExt cx="4444357" cy="4494762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4534A8C-7651-4C28-AAC0-F7BA6549476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9323" y="2378722"/>
              <a:ext cx="4245363" cy="4494762"/>
              <a:chOff x="51101" y="2785209"/>
              <a:chExt cx="2695913" cy="2854290"/>
            </a:xfrm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8DA2D095-B492-4652-B550-72095FAD31ED}"/>
                  </a:ext>
                </a:extLst>
              </p:cNvPr>
              <p:cNvGrpSpPr/>
              <p:nvPr/>
            </p:nvGrpSpPr>
            <p:grpSpPr>
              <a:xfrm>
                <a:off x="59393" y="2785209"/>
                <a:ext cx="2687621" cy="2400572"/>
                <a:chOff x="14255" y="2270742"/>
                <a:chExt cx="2876749" cy="2643379"/>
              </a:xfrm>
            </p:grpSpPr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17F039A1-6927-469F-9C35-25FC79CCEB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8769" y="2529445"/>
                  <a:ext cx="0" cy="23846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Arrow Connector 104">
                  <a:extLst>
                    <a:ext uri="{FF2B5EF4-FFF2-40B4-BE49-F238E27FC236}">
                      <a16:creationId xmlns:a16="http://schemas.microsoft.com/office/drawing/2014/main" id="{C458BB73-3551-4E4F-93C1-4F505BF96D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255" y="4570739"/>
                  <a:ext cx="2876749" cy="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Rectangle 105">
                      <a:extLst>
                        <a:ext uri="{FF2B5EF4-FFF2-40B4-BE49-F238E27FC236}">
                          <a16:creationId xmlns:a16="http://schemas.microsoft.com/office/drawing/2014/main" id="{37E3D7F9-1D9D-418A-A4CC-C9CE7A548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6357" y="4570738"/>
                      <a:ext cx="324646" cy="26485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oMath>
                        </m:oMathPara>
                      </a14:m>
                      <a:endParaRPr lang="en-SG" sz="160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106" name="Rectangle 105">
                      <a:extLst>
                        <a:ext uri="{FF2B5EF4-FFF2-40B4-BE49-F238E27FC236}">
                          <a16:creationId xmlns:a16="http://schemas.microsoft.com/office/drawing/2014/main" id="{37E3D7F9-1D9D-418A-A4CC-C9CE7A5484F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66357" y="4570738"/>
                      <a:ext cx="324646" cy="26485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id="{F6427FF3-1BAC-47AE-8453-CEFAB62CDD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181" y="2270742"/>
                      <a:ext cx="357173" cy="26485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n-SG" sz="160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id="{F6427FF3-1BAC-47AE-8453-CEFAB62CDD7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181" y="2270742"/>
                      <a:ext cx="357173" cy="26485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1DCD52B2-F3A1-4257-830F-C661710F0A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584" y="3202082"/>
                  <a:ext cx="2734806" cy="0"/>
                </a:xfrm>
                <a:prstGeom prst="line">
                  <a:avLst/>
                </a:prstGeom>
                <a:ln w="28575">
                  <a:solidFill>
                    <a:srgbClr val="5C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C06903CF-B3A4-4FE6-A40B-E9BDA28D9EAF}"/>
                  </a:ext>
                </a:extLst>
              </p:cNvPr>
              <p:cNvSpPr/>
              <p:nvPr/>
            </p:nvSpPr>
            <p:spPr>
              <a:xfrm>
                <a:off x="51101" y="5224041"/>
                <a:ext cx="2695910" cy="4154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>
                    <a:latin typeface="+mj-lt"/>
                    <a:cs typeface="Times New Roman" panose="02020603050405020304" pitchFamily="18" charset="0"/>
                  </a:rPr>
                  <a:t>Torque-speed characteristic of Synchronous Motors</a:t>
                </a:r>
                <a:endParaRPr lang="en-SG" sz="160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19845D8-7BB3-4C04-8F28-2719FDC66BF8}"/>
                </a:ext>
              </a:extLst>
            </p:cNvPr>
            <p:cNvCxnSpPr>
              <a:cxnSpLocks/>
            </p:cNvCxnSpPr>
            <p:nvPr/>
          </p:nvCxnSpPr>
          <p:spPr>
            <a:xfrm>
              <a:off x="4560702" y="3702453"/>
              <a:ext cx="0" cy="196547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A19861A4-B3F4-4CBD-894A-79AB2234CBFB}"/>
                    </a:ext>
                  </a:extLst>
                </p:cNvPr>
                <p:cNvSpPr/>
                <p:nvPr/>
              </p:nvSpPr>
              <p:spPr>
                <a:xfrm>
                  <a:off x="3928180" y="3198826"/>
                  <a:ext cx="2365500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𝑟𝑎𝑡𝑒𝑑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A19861A4-B3F4-4CBD-894A-79AB2234CB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8180" y="3198826"/>
                  <a:ext cx="2365500" cy="3787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29E209C7-D943-42AD-8AEB-0C88CBE65EC9}"/>
                    </a:ext>
                  </a:extLst>
                </p:cNvPr>
                <p:cNvSpPr/>
                <p:nvPr/>
              </p:nvSpPr>
              <p:spPr>
                <a:xfrm>
                  <a:off x="2191184" y="3301729"/>
                  <a:ext cx="728713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29E209C7-D943-42AD-8AEB-0C88CBE65E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1184" y="3301729"/>
                  <a:ext cx="728713" cy="37876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51670B1A-5FA1-450A-BA80-5D544DD4D4D0}"/>
                    </a:ext>
                  </a:extLst>
                </p:cNvPr>
                <p:cNvSpPr/>
                <p:nvPr/>
              </p:nvSpPr>
              <p:spPr>
                <a:xfrm>
                  <a:off x="2520025" y="5607679"/>
                  <a:ext cx="551872" cy="378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SG" sz="160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51670B1A-5FA1-450A-BA80-5D544DD4D4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025" y="5607679"/>
                  <a:ext cx="551872" cy="3787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79E275FB-0CF3-4D93-B2EF-8ED0DE632CCF}"/>
              </a:ext>
            </a:extLst>
          </p:cNvPr>
          <p:cNvSpPr/>
          <p:nvPr/>
        </p:nvSpPr>
        <p:spPr>
          <a:xfrm>
            <a:off x="3390904" y="2228692"/>
            <a:ext cx="2328675" cy="1932691"/>
          </a:xfrm>
          <a:custGeom>
            <a:avLst/>
            <a:gdLst>
              <a:gd name="connsiteX0" fmla="*/ 0 w 1413274"/>
              <a:gd name="connsiteY0" fmla="*/ 0 h 1386840"/>
              <a:gd name="connsiteX1" fmla="*/ 1386840 w 1413274"/>
              <a:gd name="connsiteY1" fmla="*/ 251460 h 1386840"/>
              <a:gd name="connsiteX2" fmla="*/ 906780 w 1413274"/>
              <a:gd name="connsiteY2" fmla="*/ 1127760 h 1386840"/>
              <a:gd name="connsiteX3" fmla="*/ 853440 w 1413274"/>
              <a:gd name="connsiteY3" fmla="*/ 1386840 h 1386840"/>
              <a:gd name="connsiteX0" fmla="*/ 0 w 1413274"/>
              <a:gd name="connsiteY0" fmla="*/ 0 h 1396013"/>
              <a:gd name="connsiteX1" fmla="*/ 1386840 w 1413274"/>
              <a:gd name="connsiteY1" fmla="*/ 251460 h 1396013"/>
              <a:gd name="connsiteX2" fmla="*/ 906780 w 1413274"/>
              <a:gd name="connsiteY2" fmla="*/ 1127760 h 1396013"/>
              <a:gd name="connsiteX3" fmla="*/ 800760 w 1413274"/>
              <a:gd name="connsiteY3" fmla="*/ 1396013 h 1396013"/>
              <a:gd name="connsiteX0" fmla="*/ 0 w 1413274"/>
              <a:gd name="connsiteY0" fmla="*/ 0 h 1396013"/>
              <a:gd name="connsiteX1" fmla="*/ 1386840 w 1413274"/>
              <a:gd name="connsiteY1" fmla="*/ 251460 h 1396013"/>
              <a:gd name="connsiteX2" fmla="*/ 906780 w 1413274"/>
              <a:gd name="connsiteY2" fmla="*/ 1127760 h 1396013"/>
              <a:gd name="connsiteX3" fmla="*/ 800760 w 1413274"/>
              <a:gd name="connsiteY3" fmla="*/ 1396013 h 1396013"/>
              <a:gd name="connsiteX0" fmla="*/ 0 w 1413274"/>
              <a:gd name="connsiteY0" fmla="*/ 0 h 1396013"/>
              <a:gd name="connsiteX1" fmla="*/ 1386840 w 1413274"/>
              <a:gd name="connsiteY1" fmla="*/ 251460 h 1396013"/>
              <a:gd name="connsiteX2" fmla="*/ 906780 w 1413274"/>
              <a:gd name="connsiteY2" fmla="*/ 1127760 h 1396013"/>
              <a:gd name="connsiteX3" fmla="*/ 800760 w 1413274"/>
              <a:gd name="connsiteY3" fmla="*/ 1396013 h 1396013"/>
              <a:gd name="connsiteX0" fmla="*/ 0 w 1413274"/>
              <a:gd name="connsiteY0" fmla="*/ 0 h 1396013"/>
              <a:gd name="connsiteX1" fmla="*/ 1386840 w 1413274"/>
              <a:gd name="connsiteY1" fmla="*/ 251460 h 1396013"/>
              <a:gd name="connsiteX2" fmla="*/ 906780 w 1413274"/>
              <a:gd name="connsiteY2" fmla="*/ 1127760 h 1396013"/>
              <a:gd name="connsiteX3" fmla="*/ 800760 w 1413274"/>
              <a:gd name="connsiteY3" fmla="*/ 1396013 h 1396013"/>
              <a:gd name="connsiteX0" fmla="*/ 0 w 1422271"/>
              <a:gd name="connsiteY0" fmla="*/ 0 h 1396013"/>
              <a:gd name="connsiteX1" fmla="*/ 1386840 w 1422271"/>
              <a:gd name="connsiteY1" fmla="*/ 251460 h 1396013"/>
              <a:gd name="connsiteX2" fmla="*/ 996881 w 1422271"/>
              <a:gd name="connsiteY2" fmla="*/ 962639 h 1396013"/>
              <a:gd name="connsiteX3" fmla="*/ 800760 w 1422271"/>
              <a:gd name="connsiteY3" fmla="*/ 1396013 h 1396013"/>
              <a:gd name="connsiteX0" fmla="*/ 0 w 1422271"/>
              <a:gd name="connsiteY0" fmla="*/ 0 h 1396013"/>
              <a:gd name="connsiteX1" fmla="*/ 1386840 w 1422271"/>
              <a:gd name="connsiteY1" fmla="*/ 251460 h 1396013"/>
              <a:gd name="connsiteX2" fmla="*/ 996881 w 1422271"/>
              <a:gd name="connsiteY2" fmla="*/ 962639 h 1396013"/>
              <a:gd name="connsiteX3" fmla="*/ 800760 w 1422271"/>
              <a:gd name="connsiteY3" fmla="*/ 1396013 h 1396013"/>
              <a:gd name="connsiteX0" fmla="*/ 0 w 1424649"/>
              <a:gd name="connsiteY0" fmla="*/ 0 h 1396013"/>
              <a:gd name="connsiteX1" fmla="*/ 1386840 w 1424649"/>
              <a:gd name="connsiteY1" fmla="*/ 251460 h 1396013"/>
              <a:gd name="connsiteX2" fmla="*/ 996881 w 1424649"/>
              <a:gd name="connsiteY2" fmla="*/ 962639 h 1396013"/>
              <a:gd name="connsiteX3" fmla="*/ 800760 w 1424649"/>
              <a:gd name="connsiteY3" fmla="*/ 1396013 h 139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4649" h="1396013">
                <a:moveTo>
                  <a:pt x="0" y="0"/>
                </a:moveTo>
                <a:cubicBezTo>
                  <a:pt x="617855" y="31750"/>
                  <a:pt x="1220693" y="91020"/>
                  <a:pt x="1386840" y="251460"/>
                </a:cubicBezTo>
                <a:cubicBezTo>
                  <a:pt x="1552987" y="411900"/>
                  <a:pt x="1125381" y="797718"/>
                  <a:pt x="996881" y="962639"/>
                </a:cubicBezTo>
                <a:cubicBezTo>
                  <a:pt x="868381" y="1127560"/>
                  <a:pt x="828394" y="1234954"/>
                  <a:pt x="800760" y="1396013"/>
                </a:cubicBezTo>
              </a:path>
            </a:pathLst>
          </a:custGeom>
          <a:noFill/>
          <a:ln w="28575">
            <a:solidFill>
              <a:srgbClr val="5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6E6C9188-DD93-49A6-AC06-581BF7BE4E39}"/>
                  </a:ext>
                </a:extLst>
              </p:cNvPr>
              <p:cNvSpPr/>
              <p:nvPr/>
            </p:nvSpPr>
            <p:spPr>
              <a:xfrm>
                <a:off x="196418" y="5509330"/>
                <a:ext cx="2703027" cy="80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3038" indent="-173038" algn="just">
                  <a:buFontTx/>
                  <a:buChar char="-"/>
                </a:pPr>
                <a:r>
                  <a:rPr lang="en-US" sz="1600">
                    <a:latin typeface="+mj-lt"/>
                    <a:cs typeface="Times New Roman" panose="02020603050405020304" pitchFamily="18" charset="0"/>
                  </a:rPr>
                  <a:t>Linear characteristics</a:t>
                </a:r>
              </a:p>
              <a:p>
                <a:pPr marL="173038" indent="-173038" algn="just">
                  <a:buFontTx/>
                  <a:buChar char="-"/>
                </a:pPr>
                <a:r>
                  <a:rPr lang="en-US" sz="1600">
                    <a:latin typeface="+mj-lt"/>
                    <a:cs typeface="Times New Roman" panose="02020603050405020304" pitchFamily="18" charset="0"/>
                  </a:rPr>
                  <a:t>Always stable</a:t>
                </a:r>
              </a:p>
              <a:p>
                <a:pPr marL="173038" indent="-173038" algn="just">
                  <a:buFontTx/>
                  <a:buChar char="-"/>
                </a:pPr>
                <a:r>
                  <a:rPr lang="en-US" sz="1400" b="0">
                    <a:latin typeface="+mj-lt"/>
                    <a:cs typeface="Times New Roman" panose="02020603050405020304" pitchFamily="18" charset="0"/>
                  </a:rPr>
                  <a:t>No-load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𝑟𝑎𝑡𝑒𝑑</m:t>
                        </m:r>
                      </m:sub>
                    </m:sSub>
                  </m:oMath>
                </a14:m>
                <a:endParaRPr lang="en-SG" sz="140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6E6C9188-DD93-49A6-AC06-581BF7BE4E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18" y="5509330"/>
                <a:ext cx="2703027" cy="800219"/>
              </a:xfrm>
              <a:prstGeom prst="rect">
                <a:avLst/>
              </a:prstGeom>
              <a:blipFill>
                <a:blip r:embed="rId13"/>
                <a:stretch>
                  <a:fillRect l="-1577" t="-6107" b="-8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C18652D2-C887-4645-AF09-2C216AAC86D9}"/>
                  </a:ext>
                </a:extLst>
              </p:cNvPr>
              <p:cNvSpPr/>
              <p:nvPr/>
            </p:nvSpPr>
            <p:spPr>
              <a:xfrm>
                <a:off x="3164511" y="5509330"/>
                <a:ext cx="277624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>
                    <a:latin typeface="+mj-lt"/>
                    <a:cs typeface="Times New Roman" panose="02020603050405020304" pitchFamily="18" charset="0"/>
                  </a:rPr>
                  <a:t>- Nonlinear characteristics </a:t>
                </a:r>
              </a:p>
              <a:p>
                <a:pPr algn="just"/>
                <a:r>
                  <a:rPr lang="en-SG" sz="1600">
                    <a:latin typeface="+mj-lt"/>
                    <a:cs typeface="Times New Roman" panose="02020603050405020304" pitchFamily="18" charset="0"/>
                  </a:rPr>
                  <a:t>- Operate in the linear area </a:t>
                </a:r>
              </a:p>
              <a:p>
                <a:pPr algn="just"/>
                <a:r>
                  <a:rPr lang="en-SG" sz="160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en-SG" sz="1400">
                    <a:latin typeface="+mj-lt"/>
                    <a:cs typeface="Times New Roman" panose="02020603050405020304" pitchFamily="18" charset="0"/>
                  </a:rPr>
                  <a:t>Synchronous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𝑟𝑎𝑡𝑒𝑑</m:t>
                        </m:r>
                      </m:sub>
                    </m:sSub>
                  </m:oMath>
                </a14:m>
                <a:endParaRPr lang="en-SG" sz="160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C18652D2-C887-4645-AF09-2C216AAC86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511" y="5509330"/>
                <a:ext cx="2776243" cy="830997"/>
              </a:xfrm>
              <a:prstGeom prst="rect">
                <a:avLst/>
              </a:prstGeom>
              <a:blipFill>
                <a:blip r:embed="rId14"/>
                <a:stretch>
                  <a:fillRect l="-1096" t="-2941" b="-8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222993DA-B133-4C98-8BE4-DFDEA71BDB51}"/>
                  </a:ext>
                </a:extLst>
              </p:cNvPr>
              <p:cNvSpPr/>
              <p:nvPr/>
            </p:nvSpPr>
            <p:spPr>
              <a:xfrm>
                <a:off x="6345458" y="5509330"/>
                <a:ext cx="270302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>
                    <a:latin typeface="+mj-lt"/>
                    <a:cs typeface="Times New Roman" panose="02020603050405020304" pitchFamily="18" charset="0"/>
                  </a:rPr>
                  <a:t>- Flat characteristics </a:t>
                </a:r>
              </a:p>
              <a:p>
                <a:r>
                  <a:rPr lang="en-SG" sz="1600">
                    <a:latin typeface="+mj-lt"/>
                    <a:cs typeface="Times New Roman" panose="02020603050405020304" pitchFamily="18" charset="0"/>
                  </a:rPr>
                  <a:t>- Speed is always equal to the synchronous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SG" sz="160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222993DA-B133-4C98-8BE4-DFDEA71BDB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458" y="5509330"/>
                <a:ext cx="2703027" cy="830997"/>
              </a:xfrm>
              <a:prstGeom prst="rect">
                <a:avLst/>
              </a:prstGeom>
              <a:blipFill>
                <a:blip r:embed="rId15"/>
                <a:stretch>
                  <a:fillRect l="-1354" t="-2941" b="-8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7C1C346D-C126-45D5-B0EF-7BB9CA09F111}"/>
              </a:ext>
            </a:extLst>
          </p:cNvPr>
          <p:cNvSpPr txBox="1"/>
          <p:nvPr/>
        </p:nvSpPr>
        <p:spPr>
          <a:xfrm>
            <a:off x="151104" y="678947"/>
            <a:ext cx="2876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  <a:cs typeface="Times New Roman" panose="02020603050405020304" pitchFamily="18" charset="0"/>
              </a:rPr>
              <a:t>DC motors</a:t>
            </a:r>
          </a:p>
          <a:p>
            <a:r>
              <a:rPr lang="en-US" sz="2000" err="1">
                <a:latin typeface="+mj-lt"/>
                <a:cs typeface="Times New Roman" panose="02020603050405020304" pitchFamily="18" charset="0"/>
              </a:rPr>
              <a:t>Động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c</a:t>
            </a:r>
            <a:r>
              <a:rPr lang="vi-VN" sz="2000">
                <a:latin typeface="+mj-lt"/>
                <a:cs typeface="Times New Roman" panose="02020603050405020304" pitchFamily="18" charset="0"/>
              </a:rPr>
              <a:t>ơ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+mj-lt"/>
                <a:cs typeface="Times New Roman" panose="02020603050405020304" pitchFamily="18" charset="0"/>
              </a:rPr>
              <a:t>một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+mj-lt"/>
                <a:cs typeface="Times New Roman" panose="02020603050405020304" pitchFamily="18" charset="0"/>
              </a:rPr>
              <a:t>chiều</a:t>
            </a:r>
            <a:endParaRPr lang="en-US" sz="2000">
              <a:latin typeface="+mj-lt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D790984-CB38-4F11-876C-DF8FE9FE9E2C}"/>
              </a:ext>
            </a:extLst>
          </p:cNvPr>
          <p:cNvSpPr txBox="1"/>
          <p:nvPr/>
        </p:nvSpPr>
        <p:spPr>
          <a:xfrm>
            <a:off x="3240878" y="678947"/>
            <a:ext cx="28760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  <a:cs typeface="Times New Roman" panose="02020603050405020304" pitchFamily="18" charset="0"/>
              </a:rPr>
              <a:t>Induction motors</a:t>
            </a:r>
          </a:p>
          <a:p>
            <a:r>
              <a:rPr lang="en-US" sz="2000" err="1">
                <a:latin typeface="+mj-lt"/>
                <a:cs typeface="Times New Roman" panose="02020603050405020304" pitchFamily="18" charset="0"/>
              </a:rPr>
              <a:t>Động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c</a:t>
            </a:r>
            <a:r>
              <a:rPr lang="vi-VN" sz="2000">
                <a:latin typeface="+mj-lt"/>
                <a:cs typeface="Times New Roman" panose="02020603050405020304" pitchFamily="18" charset="0"/>
              </a:rPr>
              <a:t>ơ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+mj-lt"/>
                <a:cs typeface="Times New Roman" panose="02020603050405020304" pitchFamily="18" charset="0"/>
              </a:rPr>
              <a:t>không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+mj-lt"/>
                <a:cs typeface="Times New Roman" panose="02020603050405020304" pitchFamily="18" charset="0"/>
              </a:rPr>
              <a:t>đồng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+mj-lt"/>
                <a:cs typeface="Times New Roman" panose="02020603050405020304" pitchFamily="18" charset="0"/>
              </a:rPr>
              <a:t>bộ</a:t>
            </a:r>
            <a:endParaRPr lang="en-US" sz="2000">
              <a:latin typeface="+mj-lt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D30E8F0-A0BE-49D6-96DA-3D5E4A2B3E6E}"/>
              </a:ext>
            </a:extLst>
          </p:cNvPr>
          <p:cNvSpPr txBox="1"/>
          <p:nvPr/>
        </p:nvSpPr>
        <p:spPr>
          <a:xfrm>
            <a:off x="6330652" y="678947"/>
            <a:ext cx="27178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+mj-lt"/>
                <a:cs typeface="Times New Roman" panose="02020603050405020304" pitchFamily="18" charset="0"/>
              </a:rPr>
              <a:t>Synchronous motors</a:t>
            </a:r>
          </a:p>
          <a:p>
            <a:r>
              <a:rPr lang="en-US" sz="2000" err="1">
                <a:latin typeface="+mj-lt"/>
                <a:cs typeface="Times New Roman" panose="02020603050405020304" pitchFamily="18" charset="0"/>
              </a:rPr>
              <a:t>Động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c</a:t>
            </a:r>
            <a:r>
              <a:rPr lang="vi-VN" sz="2000">
                <a:latin typeface="+mj-lt"/>
                <a:cs typeface="Times New Roman" panose="02020603050405020304" pitchFamily="18" charset="0"/>
              </a:rPr>
              <a:t>ơ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+mj-lt"/>
                <a:cs typeface="Times New Roman" panose="02020603050405020304" pitchFamily="18" charset="0"/>
              </a:rPr>
              <a:t>đồng</a:t>
            </a:r>
            <a:r>
              <a:rPr lang="en-US" sz="200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+mj-lt"/>
                <a:cs typeface="Times New Roman" panose="02020603050405020304" pitchFamily="18" charset="0"/>
              </a:rPr>
              <a:t>bộ</a:t>
            </a:r>
            <a:endParaRPr lang="en-US" sz="2000">
              <a:latin typeface="+mj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7DA04-EE74-47FC-B13F-117E5FB1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5C3-6E35-4F9C-87B8-22EC5205F0C3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D8BFE-F4E7-456D-83A2-363EF605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83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25CBB1-D89B-408A-8D67-E5844872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characteristics of Loads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3200"/>
                  <a:t>Case 1: Dry friction load (</a:t>
                </a:r>
                <a:r>
                  <a:rPr lang="en-US" sz="3200" err="1"/>
                  <a:t>Tải</a:t>
                </a:r>
                <a:r>
                  <a:rPr lang="en-US" sz="3200"/>
                  <a:t> ma </a:t>
                </a:r>
                <a:r>
                  <a:rPr lang="en-US" sz="3200" err="1"/>
                  <a:t>sát</a:t>
                </a:r>
                <a:r>
                  <a:rPr lang="en-US" sz="3200"/>
                  <a:t> </a:t>
                </a:r>
                <a:r>
                  <a:rPr lang="en-US" sz="3200" err="1"/>
                  <a:t>khô</a:t>
                </a:r>
                <a:r>
                  <a:rPr lang="en-US" sz="3200"/>
                  <a:t>)	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32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smtClean="0">
                        <a:latin typeface="Cambria Math" panose="02040503050406030204" pitchFamily="18" charset="0"/>
                      </a:rPr>
                      <m:t>𝑐𝑜𝑛𝑠𝑡𝑎𝑛𝑡</m:t>
                    </m:r>
                  </m:oMath>
                </a14:m>
                <a:r>
                  <a:rPr lang="en-US" sz="3200"/>
                  <a:t>    [Nm]</a:t>
                </a:r>
              </a:p>
              <a:p>
                <a:endParaRPr lang="en-US" sz="3200"/>
              </a:p>
              <a:p>
                <a:pPr lvl="1"/>
                <a:endParaRPr lang="en-US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1617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13ECBF3-F38D-4796-BA5A-ECDDDD6C657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14484" y="2170971"/>
            <a:ext cx="3691829" cy="33529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B9F7E-D72F-46C2-8216-20FA54ED1115}"/>
              </a:ext>
            </a:extLst>
          </p:cNvPr>
          <p:cNvSpPr txBox="1"/>
          <p:nvPr/>
        </p:nvSpPr>
        <p:spPr>
          <a:xfrm>
            <a:off x="5444831" y="5609483"/>
            <a:ext cx="34311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rgbClr val="002060"/>
                </a:solidFill>
                <a:latin typeface="+mj-lt"/>
              </a:rPr>
              <a:t>Torque-Speed characteristics of </a:t>
            </a:r>
          </a:p>
          <a:p>
            <a:pPr algn="ctr"/>
            <a:r>
              <a:rPr lang="en-US">
                <a:solidFill>
                  <a:srgbClr val="002060"/>
                </a:solidFill>
                <a:latin typeface="+mj-lt"/>
              </a:rPr>
              <a:t>dry friction load</a:t>
            </a:r>
          </a:p>
          <a:p>
            <a:pPr algn="ctr"/>
            <a:r>
              <a:rPr lang="en-US">
                <a:solidFill>
                  <a:srgbClr val="002060"/>
                </a:solidFill>
                <a:latin typeface="+mj-lt"/>
              </a:rPr>
              <a:t>(</a:t>
            </a:r>
            <a:r>
              <a:rPr lang="en-US" err="1">
                <a:solidFill>
                  <a:srgbClr val="002060"/>
                </a:solidFill>
                <a:latin typeface="+mj-lt"/>
              </a:rPr>
              <a:t>Đặc</a:t>
            </a:r>
            <a:r>
              <a:rPr lang="en-US">
                <a:solidFill>
                  <a:srgbClr val="002060"/>
                </a:solidFill>
                <a:latin typeface="+mj-lt"/>
              </a:rPr>
              <a:t> tính c</a:t>
            </a:r>
            <a:r>
              <a:rPr lang="vi-VN">
                <a:solidFill>
                  <a:srgbClr val="002060"/>
                </a:solidFill>
                <a:latin typeface="+mj-lt"/>
              </a:rPr>
              <a:t>ơ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tải</a:t>
            </a:r>
            <a:r>
              <a:rPr lang="en-US">
                <a:solidFill>
                  <a:srgbClr val="002060"/>
                </a:solidFill>
                <a:latin typeface="+mj-lt"/>
              </a:rPr>
              <a:t> </a:t>
            </a:r>
            <a:r>
              <a:rPr lang="en-US" err="1">
                <a:solidFill>
                  <a:srgbClr val="002060"/>
                </a:solidFill>
                <a:latin typeface="+mj-lt"/>
              </a:rPr>
              <a:t>thế</a:t>
            </a:r>
            <a:r>
              <a:rPr lang="en-US">
                <a:solidFill>
                  <a:srgbClr val="002060"/>
                </a:solidFill>
                <a:latin typeface="+mj-lt"/>
              </a:rPr>
              <a:t> năng)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D73AA-F098-4B59-A74F-57D58BDDA098}"/>
              </a:ext>
            </a:extLst>
          </p:cNvPr>
          <p:cNvSpPr txBox="1"/>
          <p:nvPr/>
        </p:nvSpPr>
        <p:spPr>
          <a:xfrm>
            <a:off x="381001" y="1960470"/>
            <a:ext cx="50957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Torque independent of speed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/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Mô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-men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không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phụ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thuộc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tốc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độ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</a:endParaRPr>
          </a:p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Torque is constant 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when moving /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Mô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-men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không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thay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đổi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giá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trị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khi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chuyển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động</a:t>
            </a:r>
            <a:endParaRPr lang="en-US" sz="2000">
              <a:solidFill>
                <a:srgbClr val="002060"/>
              </a:solidFill>
              <a:latin typeface="+mj-lt"/>
            </a:endParaRPr>
          </a:p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Example: hoist, conveyor, elevator, etc.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/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c</a:t>
            </a:r>
            <a:r>
              <a:rPr kumimoji="0" lang="vi-V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ơ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cấu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năng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hạ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băng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tải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, thang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máy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v.v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…</a:t>
            </a:r>
          </a:p>
        </p:txBody>
      </p:sp>
      <p:pic>
        <p:nvPicPr>
          <p:cNvPr id="1026" name="Picture 2" descr="hoist - Wiktionary">
            <a:extLst>
              <a:ext uri="{FF2B5EF4-FFF2-40B4-BE49-F238E27FC236}">
                <a16:creationId xmlns:a16="http://schemas.microsoft.com/office/drawing/2014/main" id="{A7E59752-8B4A-41EB-8B7A-CA886D5F3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1" y="4552384"/>
            <a:ext cx="1419930" cy="198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6BEC89-8004-4684-A8D9-2E1E20CDE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519" y="4599963"/>
            <a:ext cx="2466975" cy="1847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FFE572-D26A-4159-BCF5-A9BADA9264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0232" y="4267333"/>
            <a:ext cx="1377810" cy="22467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333DD-116E-41C7-BECA-1D9A3454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3BCBA-E10B-4216-BD0B-284F3FC7C18A}" type="datetime1">
              <a:rPr lang="en-US" smtClean="0"/>
              <a:t>4/1/2022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A4103-00C3-4739-B17C-1820D1E5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86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25CBB1-D89B-408A-8D67-E5844872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characteristics of Loads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2800"/>
                  <a:t>Case 2: Viscous friction load (</a:t>
                </a:r>
                <a:r>
                  <a:rPr lang="en-US" sz="2800" err="1"/>
                  <a:t>Tải</a:t>
                </a:r>
                <a:r>
                  <a:rPr lang="en-US" sz="2800"/>
                  <a:t> ma </a:t>
                </a:r>
                <a:r>
                  <a:rPr lang="en-US" sz="2800" err="1"/>
                  <a:t>sát</a:t>
                </a:r>
                <a:r>
                  <a:rPr lang="en-US" sz="2800"/>
                  <a:t> </a:t>
                </a:r>
                <a:r>
                  <a:rPr lang="en-US" sz="2800" err="1"/>
                  <a:t>nhớt</a:t>
                </a:r>
                <a:r>
                  <a:rPr lang="en-US" sz="2800"/>
                  <a:t>)	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8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800"/>
                  <a:t>    [Nm]</a:t>
                </a:r>
              </a:p>
              <a:p>
                <a:pPr marL="0" indent="0">
                  <a:buNone/>
                </a:pPr>
                <a:r>
                  <a:rPr lang="en-US" sz="2400"/>
                  <a:t>where	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/>
                  <a:t> [Ns/m2]: viscous coefficient / </a:t>
                </a:r>
                <a:r>
                  <a:rPr lang="en-US" sz="2400" err="1"/>
                  <a:t>hệ</a:t>
                </a:r>
                <a:r>
                  <a:rPr lang="en-US" sz="2400"/>
                  <a:t> </a:t>
                </a:r>
                <a:r>
                  <a:rPr lang="en-US" sz="2400" err="1"/>
                  <a:t>số</a:t>
                </a:r>
                <a:r>
                  <a:rPr lang="en-US" sz="2400"/>
                  <a:t> </a:t>
                </a:r>
                <a:r>
                  <a:rPr lang="en-US" sz="2400" err="1"/>
                  <a:t>nhớt</a:t>
                </a:r>
                <a:endParaRPr lang="en-US" sz="2400"/>
              </a:p>
              <a:p>
                <a:pPr marL="0" indent="0">
                  <a:buNone/>
                </a:pPr>
                <a:r>
                  <a:rPr lang="en-US" sz="2400"/>
                  <a:t>		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400"/>
                  <a:t> [rad/s]: load speed / </a:t>
                </a:r>
                <a:r>
                  <a:rPr lang="en-US" sz="2400" err="1"/>
                  <a:t>tốc</a:t>
                </a:r>
                <a:r>
                  <a:rPr lang="en-US" sz="2400"/>
                  <a:t> </a:t>
                </a:r>
                <a:r>
                  <a:rPr lang="en-US" sz="2400" err="1"/>
                  <a:t>độ</a:t>
                </a:r>
                <a:r>
                  <a:rPr lang="en-US" sz="2400"/>
                  <a:t> </a:t>
                </a:r>
                <a:r>
                  <a:rPr lang="en-US" sz="2400" err="1"/>
                  <a:t>của</a:t>
                </a:r>
                <a:r>
                  <a:rPr lang="en-US" sz="2400"/>
                  <a:t> </a:t>
                </a:r>
                <a:r>
                  <a:rPr lang="en-US" sz="2400" err="1"/>
                  <a:t>tải</a:t>
                </a:r>
                <a:endParaRPr lang="en-US" sz="2400"/>
              </a:p>
              <a:p>
                <a:pPr lvl="1"/>
                <a:endParaRPr lang="en-US" sz="2400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1266" t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86B9F7E-D72F-46C2-8216-20FA54ED1115}"/>
              </a:ext>
            </a:extLst>
          </p:cNvPr>
          <p:cNvSpPr txBox="1"/>
          <p:nvPr/>
        </p:nvSpPr>
        <p:spPr>
          <a:xfrm>
            <a:off x="6020164" y="5609483"/>
            <a:ext cx="30771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/>
              <a:t>Torque-Speed characteristics of </a:t>
            </a:r>
          </a:p>
          <a:p>
            <a:pPr algn="ctr"/>
            <a:r>
              <a:rPr lang="en-US" sz="1600"/>
              <a:t>viscous friction load</a:t>
            </a:r>
          </a:p>
          <a:p>
            <a:pPr algn="ctr"/>
            <a:r>
              <a:rPr lang="en-US" sz="1600"/>
              <a:t>(</a:t>
            </a:r>
            <a:r>
              <a:rPr lang="en-US" sz="1600" err="1"/>
              <a:t>Đặc</a:t>
            </a:r>
            <a:r>
              <a:rPr lang="en-US" sz="1600"/>
              <a:t> tính c</a:t>
            </a:r>
            <a:r>
              <a:rPr lang="vi-VN" sz="1600"/>
              <a:t>ơ</a:t>
            </a:r>
            <a:r>
              <a:rPr lang="en-US" sz="1600"/>
              <a:t> </a:t>
            </a:r>
            <a:r>
              <a:rPr lang="en-US" sz="1600" err="1"/>
              <a:t>tải</a:t>
            </a:r>
            <a:r>
              <a:rPr lang="en-US" sz="1600"/>
              <a:t> ma </a:t>
            </a:r>
            <a:r>
              <a:rPr lang="en-US" sz="1600" err="1"/>
              <a:t>sát</a:t>
            </a:r>
            <a:r>
              <a:rPr lang="en-US" sz="1600"/>
              <a:t> </a:t>
            </a:r>
            <a:r>
              <a:rPr lang="en-US" sz="1600" err="1"/>
              <a:t>nhớt</a:t>
            </a:r>
            <a:r>
              <a:rPr lang="en-US" sz="160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D73AA-F098-4B59-A74F-57D58BDDA098}"/>
              </a:ext>
            </a:extLst>
          </p:cNvPr>
          <p:cNvSpPr txBox="1"/>
          <p:nvPr/>
        </p:nvSpPr>
        <p:spPr>
          <a:xfrm>
            <a:off x="342959" y="2885631"/>
            <a:ext cx="568519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Torque proportional to speed /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Mô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-men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tỷ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lệ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thuận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với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tốc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độ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</a:endParaRPr>
          </a:p>
          <a:p>
            <a:pPr marL="0" marR="0" lvl="1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002060"/>
                </a:solidFill>
                <a:latin typeface="+mj-lt"/>
              </a:rPr>
              <a:t>Load changes as moving /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Mô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-men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thay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đổi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giá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trị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khi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chuyển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động</a:t>
            </a:r>
            <a:endParaRPr lang="en-US" sz="2000">
              <a:solidFill>
                <a:srgbClr val="002060"/>
              </a:solidFill>
              <a:latin typeface="+mj-lt"/>
            </a:endParaRPr>
          </a:p>
          <a:p>
            <a:pPr marL="0" marR="0" lvl="1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002060"/>
                </a:solidFill>
                <a:latin typeface="+mj-lt"/>
              </a:rPr>
              <a:t>Example: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Calendering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machines, Eddy current brakes, etc. /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máy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cán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phanh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đĩa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bằng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dòng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Eddy,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v.v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50CE7-A131-4DFF-A049-7720817ED5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73452" y="1885060"/>
            <a:ext cx="3170548" cy="3615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23D1FF-33F4-497D-B5DB-D5B657DCC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527" y="5188018"/>
            <a:ext cx="2938629" cy="1344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A6458C-30F5-4081-9972-25199E867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440" y="5188018"/>
            <a:ext cx="2767269" cy="134479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E85E3-D48B-436D-A9F1-3498072D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7A14-A65B-43D2-9E90-3E5D4B81CD7E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A70B6-A8F8-4F86-ACF5-0B52CDC7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80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25CBB1-D89B-408A-8D67-E5844872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characteristics of Loads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/>
                  <a:t>Case 3: Fan-typed load (</a:t>
                </a:r>
                <a:r>
                  <a:rPr lang="en-US" err="1"/>
                  <a:t>Tải</a:t>
                </a:r>
                <a:r>
                  <a:rPr lang="en-US"/>
                  <a:t> </a:t>
                </a:r>
                <a:r>
                  <a:rPr lang="en-US" err="1"/>
                  <a:t>quạt</a:t>
                </a:r>
                <a:r>
                  <a:rPr lang="en-US"/>
                  <a:t> </a:t>
                </a:r>
                <a:r>
                  <a:rPr lang="en-US" err="1"/>
                  <a:t>gió</a:t>
                </a:r>
                <a:r>
                  <a:rPr lang="en-US"/>
                  <a:t>)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smtClean="0">
                              <a:latin typeface="Cambria Math" panose="02040503050406030204" pitchFamily="18" charset="0"/>
                            </a:rPr>
                            <m:t>𝑓𝑠</m:t>
                          </m:r>
                        </m:sub>
                      </m:sSub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800" smtClean="0">
                                          <a:latin typeface="Cambria Math" panose="02040503050406030204" pitchFamily="18" charset="0"/>
                                        </a:rPr>
                                        <m:t>𝑓𝑠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smtClean="0">
                          <a:latin typeface="Cambria Math" panose="02040503050406030204" pitchFamily="18" charset="0"/>
                        </a:rPr>
                        <m:t>     [</m:t>
                      </m:r>
                      <m:r>
                        <a:rPr lang="en-US" sz="2800" smtClean="0">
                          <a:latin typeface="Cambria Math" panose="02040503050406030204" pitchFamily="18" charset="0"/>
                        </a:rPr>
                        <m:t>𝑁𝑚</m:t>
                      </m:r>
                      <m:r>
                        <a:rPr lang="en-US" sz="280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/>
              </a:p>
              <a:p>
                <a:pPr marL="0" lvl="0" indent="0">
                  <a:spcBef>
                    <a:spcPts val="1200"/>
                  </a:spcBef>
                  <a:buNone/>
                </a:pPr>
                <a:r>
                  <a:rPr lang="en-US" sz="2000" noProof="0"/>
                  <a:t>where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noProof="0" smtClean="0">
                            <a:latin typeface="Cambria Math" panose="02040503050406030204" pitchFamily="18" charset="0"/>
                          </a:rPr>
                          <m:t>𝑓𝑠</m:t>
                        </m:r>
                      </m:sub>
                    </m:sSub>
                  </m:oMath>
                </a14:m>
                <a:r>
                  <a:rPr lang="en-US" sz="2000" noProof="0"/>
                  <a:t> [Nm]: Torque at full-speed/ </a:t>
                </a:r>
                <a:r>
                  <a:rPr lang="en-US" sz="2000" noProof="0" err="1"/>
                  <a:t>Mô</a:t>
                </a:r>
                <a:r>
                  <a:rPr lang="en-US" sz="2000" noProof="0"/>
                  <a:t>-men </a:t>
                </a:r>
                <a:r>
                  <a:rPr lang="en-US" sz="2000" noProof="0" err="1"/>
                  <a:t>tại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tốc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độ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lớn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nhất</a:t>
                </a:r>
                <a:endParaRPr lang="en-US" sz="2000" noProof="0"/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280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𝑓𝑠</m:t>
                        </m:r>
                      </m:sub>
                    </m:sSub>
                  </m:oMath>
                </a14:m>
                <a:r>
                  <a:rPr lang="en-US" sz="2000" noProof="0"/>
                  <a:t> [rad/s]: maximum speed/</a:t>
                </a:r>
                <a:r>
                  <a:rPr lang="en-US" sz="2000" noProof="0" err="1"/>
                  <a:t>Tốc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độ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lớn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nhất</a:t>
                </a:r>
                <a:endParaRPr lang="en-US" sz="2000" noProof="0"/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2000" noProof="0"/>
                  <a:t>		</a:t>
                </a:r>
                <a14:m>
                  <m:oMath xmlns:m="http://schemas.openxmlformats.org/officeDocument/2006/math">
                    <m:r>
                      <a:rPr lang="en-US" sz="2000" noProof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000" noProof="0"/>
                  <a:t> [rad/s]: load speed / </a:t>
                </a:r>
                <a:r>
                  <a:rPr lang="en-US" sz="2000" noProof="0" err="1"/>
                  <a:t>tốc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độ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của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tải</a:t>
                </a:r>
                <a:endParaRPr lang="en-US" sz="2000" noProof="0"/>
              </a:p>
              <a:p>
                <a:pPr lvl="1"/>
                <a:endParaRPr lang="en-US" sz="2400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1617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86B9F7E-D72F-46C2-8216-20FA54ED1115}"/>
              </a:ext>
            </a:extLst>
          </p:cNvPr>
          <p:cNvSpPr txBox="1"/>
          <p:nvPr/>
        </p:nvSpPr>
        <p:spPr>
          <a:xfrm>
            <a:off x="6020386" y="5952886"/>
            <a:ext cx="30771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/>
              <a:t>Torque-Speed characteristics of </a:t>
            </a:r>
          </a:p>
          <a:p>
            <a:pPr algn="ctr"/>
            <a:r>
              <a:rPr lang="en-US" sz="1600"/>
              <a:t>Fan-typed load</a:t>
            </a:r>
          </a:p>
          <a:p>
            <a:pPr algn="ctr"/>
            <a:r>
              <a:rPr lang="en-US" sz="1600"/>
              <a:t>(</a:t>
            </a:r>
            <a:r>
              <a:rPr lang="en-US" sz="1600" err="1"/>
              <a:t>Đặc</a:t>
            </a:r>
            <a:r>
              <a:rPr lang="en-US" sz="1600"/>
              <a:t> tính c</a:t>
            </a:r>
            <a:r>
              <a:rPr lang="vi-VN" sz="1600"/>
              <a:t>ơ</a:t>
            </a:r>
            <a:r>
              <a:rPr lang="en-US" sz="1600"/>
              <a:t> </a:t>
            </a:r>
            <a:r>
              <a:rPr lang="en-US" sz="1600" err="1"/>
              <a:t>tải</a:t>
            </a:r>
            <a:r>
              <a:rPr lang="en-US" sz="1600"/>
              <a:t> </a:t>
            </a:r>
            <a:r>
              <a:rPr lang="en-US" sz="1600" err="1"/>
              <a:t>quạt</a:t>
            </a:r>
            <a:r>
              <a:rPr lang="en-US" sz="1600"/>
              <a:t> </a:t>
            </a:r>
            <a:r>
              <a:rPr lang="en-US" sz="1600" err="1"/>
              <a:t>gió</a:t>
            </a:r>
            <a:r>
              <a:rPr lang="en-US" sz="160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D73AA-F098-4B59-A74F-57D58BDDA098}"/>
              </a:ext>
            </a:extLst>
          </p:cNvPr>
          <p:cNvSpPr txBox="1"/>
          <p:nvPr/>
        </p:nvSpPr>
        <p:spPr>
          <a:xfrm>
            <a:off x="309536" y="3543907"/>
            <a:ext cx="562191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Torque proportional to squared speed /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Mô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-men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tỷ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lệ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thuận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với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bình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ph</a:t>
            </a:r>
            <a:r>
              <a:rPr lang="vi-VN" sz="2000">
                <a:solidFill>
                  <a:srgbClr val="002060"/>
                </a:solidFill>
                <a:latin typeface="+mj-lt"/>
              </a:rPr>
              <a:t>ư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ơng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tốc</a:t>
            </a:r>
            <a:r>
              <a:rPr lang="en-US" sz="200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000" err="1">
                <a:solidFill>
                  <a:srgbClr val="002060"/>
                </a:solidFill>
                <a:latin typeface="+mj-lt"/>
              </a:rPr>
              <a:t>độ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</a:endParaRPr>
          </a:p>
          <a:p>
            <a:pPr marL="0" marR="0" lvl="1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002060"/>
                </a:solidFill>
                <a:latin typeface="+mj-lt"/>
              </a:rPr>
              <a:t>Example:  Centrifugal pumps, propellers, fans, etc. /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máy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b</a:t>
            </a:r>
            <a:r>
              <a:rPr kumimoji="0" lang="vi-V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ơ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m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ly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tâm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chân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vịt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tàu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thủy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quạt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gió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v.v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543EE-F53A-432A-8458-F7B5E019EB7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0146" y="2773542"/>
            <a:ext cx="2977602" cy="3095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3774CC-B047-47D8-ACFB-02A4B1330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47" y="5181738"/>
            <a:ext cx="2202461" cy="1233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EAB74-C721-4580-BCB6-E2A38F836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839" y="5181738"/>
            <a:ext cx="1540188" cy="12333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690526-28FD-4AA1-B9B0-0AEA409934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358" y="5182262"/>
            <a:ext cx="1809694" cy="12328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E5EE3-8901-41CD-B5AC-68DF05F9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14B6-7AD8-40F2-8C37-687BD5D690B6}" type="datetime1">
              <a:rPr lang="en-US" smtClean="0"/>
              <a:t>4/1/2022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B0398-1ADA-44D4-A9A6-FD3AA52B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79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25CBB1-D89B-408A-8D67-E5844872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characteristics of Loads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8853422" cy="5472608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en-US" sz="2800"/>
                  <a:t>Case 4: Constant power load (</a:t>
                </a:r>
                <a:r>
                  <a:rPr lang="en-US" sz="2800" err="1"/>
                  <a:t>Tải</a:t>
                </a:r>
                <a:r>
                  <a:rPr lang="en-US" sz="2800"/>
                  <a:t> </a:t>
                </a:r>
                <a:r>
                  <a:rPr lang="en-US" sz="2800" err="1"/>
                  <a:t>công</a:t>
                </a:r>
                <a:r>
                  <a:rPr lang="en-US" sz="2800"/>
                  <a:t> </a:t>
                </a:r>
                <a:r>
                  <a:rPr lang="en-US" sz="2800" err="1"/>
                  <a:t>suất</a:t>
                </a:r>
                <a:r>
                  <a:rPr lang="en-US" sz="2800"/>
                  <a:t> </a:t>
                </a:r>
                <a:r>
                  <a:rPr lang="en-US" sz="2800" err="1"/>
                  <a:t>không</a:t>
                </a:r>
                <a:r>
                  <a:rPr lang="en-US" sz="2800"/>
                  <a:t> </a:t>
                </a:r>
                <a:r>
                  <a:rPr lang="en-US" sz="2800" err="1"/>
                  <a:t>đổi</a:t>
                </a:r>
                <a:r>
                  <a:rPr lang="en-US" sz="2800"/>
                  <a:t>)</a:t>
                </a:r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𝑟𝑎𝑡𝑒𝑑</m:t>
                          </m:r>
                        </m:sub>
                      </m:sSub>
                      <m:r>
                        <a:rPr lang="en-US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𝑟𝑎𝑡𝑒𝑑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den>
                          </m:f>
                        </m:e>
                      </m:d>
                      <m:r>
                        <a:rPr lang="en-US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𝑁𝑚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lvl="0" indent="0">
                  <a:spcBef>
                    <a:spcPts val="1200"/>
                  </a:spcBef>
                  <a:buNone/>
                </a:pPr>
                <a:r>
                  <a:rPr lang="en-US" sz="2000" noProof="0"/>
                  <a:t>where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noProof="0" smtClean="0">
                            <a:latin typeface="Cambria Math" panose="02040503050406030204" pitchFamily="18" charset="0"/>
                          </a:rPr>
                          <m:t>𝑟𝑎𝑡𝑒𝑑</m:t>
                        </m:r>
                      </m:sub>
                    </m:sSub>
                  </m:oMath>
                </a14:m>
                <a:r>
                  <a:rPr lang="en-US" sz="2000" noProof="0"/>
                  <a:t> [Nm]: Rated torque / </a:t>
                </a:r>
                <a:r>
                  <a:rPr lang="en-US" sz="2000" noProof="0" err="1"/>
                  <a:t>Mô</a:t>
                </a:r>
                <a:r>
                  <a:rPr lang="en-US" sz="2000" noProof="0"/>
                  <a:t>-men </a:t>
                </a:r>
                <a:r>
                  <a:rPr lang="en-US" sz="2000" err="1"/>
                  <a:t>định</a:t>
                </a:r>
                <a:r>
                  <a:rPr lang="en-US" sz="2000"/>
                  <a:t> </a:t>
                </a:r>
                <a:r>
                  <a:rPr lang="en-US" sz="2000" err="1"/>
                  <a:t>mức</a:t>
                </a:r>
                <a:endParaRPr lang="en-US" sz="2000" noProof="0"/>
              </a:p>
              <a:p>
                <a:pPr marL="0" lvl="0" indent="0">
                  <a:spcBef>
                    <a:spcPts val="1200"/>
                  </a:spcBef>
                  <a:buNone/>
                </a:pPr>
                <a:r>
                  <a:rPr lang="en-US" sz="200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𝑟𝑎𝑡𝑒𝑑</m:t>
                        </m:r>
                      </m:sub>
                    </m:sSub>
                  </m:oMath>
                </a14:m>
                <a:r>
                  <a:rPr lang="en-US" sz="2000" noProof="0"/>
                  <a:t> [rad/s]: Rated speed/</a:t>
                </a:r>
                <a:r>
                  <a:rPr lang="en-US" sz="2000" noProof="0" err="1"/>
                  <a:t>Tốc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độ</a:t>
                </a:r>
                <a:r>
                  <a:rPr lang="en-US" sz="2000" noProof="0"/>
                  <a:t> </a:t>
                </a:r>
                <a:r>
                  <a:rPr lang="en-US" sz="2000" err="1"/>
                  <a:t>định</a:t>
                </a:r>
                <a:r>
                  <a:rPr lang="en-US" sz="2000"/>
                  <a:t> </a:t>
                </a:r>
                <a:r>
                  <a:rPr lang="en-US" sz="2000" err="1"/>
                  <a:t>mức</a:t>
                </a:r>
                <a:endParaRPr lang="en-US" sz="2000" noProof="0"/>
              </a:p>
              <a:p>
                <a:pPr marL="0" lvl="0" indent="0">
                  <a:spcBef>
                    <a:spcPts val="1200"/>
                  </a:spcBef>
                  <a:buNone/>
                </a:pPr>
                <a:r>
                  <a:rPr lang="en-US" sz="2000" noProof="0"/>
                  <a:t>		</a:t>
                </a:r>
                <a14:m>
                  <m:oMath xmlns:m="http://schemas.openxmlformats.org/officeDocument/2006/math">
                    <m:r>
                      <a:rPr lang="en-US" sz="2000" noProof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000" noProof="0"/>
                  <a:t> [rad/s]: load speed / </a:t>
                </a:r>
                <a:r>
                  <a:rPr lang="en-US" sz="2000" noProof="0" err="1"/>
                  <a:t>tốc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độ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của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tải</a:t>
                </a:r>
                <a:endParaRPr lang="en-US" sz="2000" noProof="0"/>
              </a:p>
              <a:p>
                <a:pPr lvl="1"/>
                <a:endParaRPr lang="en-US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8853422" cy="5472608"/>
              </a:xfrm>
              <a:blipFill>
                <a:blip r:embed="rId3"/>
                <a:stretch>
                  <a:fillRect l="-1240" t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86B9F7E-D72F-46C2-8216-20FA54ED1115}"/>
              </a:ext>
            </a:extLst>
          </p:cNvPr>
          <p:cNvSpPr txBox="1"/>
          <p:nvPr/>
        </p:nvSpPr>
        <p:spPr>
          <a:xfrm>
            <a:off x="6029524" y="6027003"/>
            <a:ext cx="305885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/>
              <a:t>Torque-Speed characteristics of </a:t>
            </a:r>
          </a:p>
          <a:p>
            <a:pPr algn="ctr"/>
            <a:r>
              <a:rPr lang="en-US" sz="1400"/>
              <a:t>Constant power load</a:t>
            </a:r>
          </a:p>
          <a:p>
            <a:pPr algn="ctr"/>
            <a:r>
              <a:rPr lang="en-US" sz="1400"/>
              <a:t>(</a:t>
            </a:r>
            <a:r>
              <a:rPr lang="en-US" sz="1400" err="1"/>
              <a:t>Đặc</a:t>
            </a:r>
            <a:r>
              <a:rPr lang="en-US" sz="1400"/>
              <a:t> tính c</a:t>
            </a:r>
            <a:r>
              <a:rPr lang="vi-VN" sz="1400"/>
              <a:t>ơ</a:t>
            </a:r>
            <a:r>
              <a:rPr lang="en-US" sz="1400"/>
              <a:t> </a:t>
            </a:r>
            <a:r>
              <a:rPr lang="en-US" sz="1400" err="1"/>
              <a:t>tải</a:t>
            </a:r>
            <a:r>
              <a:rPr lang="en-US" sz="1400"/>
              <a:t> </a:t>
            </a:r>
            <a:r>
              <a:rPr lang="en-US" sz="1400" err="1"/>
              <a:t>công</a:t>
            </a:r>
            <a:r>
              <a:rPr lang="en-US" sz="1400"/>
              <a:t> </a:t>
            </a:r>
            <a:r>
              <a:rPr lang="en-US" sz="1400" err="1"/>
              <a:t>suất</a:t>
            </a:r>
            <a:r>
              <a:rPr lang="en-US" sz="1400"/>
              <a:t> </a:t>
            </a:r>
            <a:r>
              <a:rPr lang="en-US" sz="1400" err="1"/>
              <a:t>không</a:t>
            </a:r>
            <a:r>
              <a:rPr lang="en-US" sz="1400"/>
              <a:t> </a:t>
            </a:r>
            <a:r>
              <a:rPr lang="en-US" sz="1400" err="1"/>
              <a:t>đổi</a:t>
            </a:r>
            <a:r>
              <a:rPr lang="en-US" sz="140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D73AA-F098-4B59-A74F-57D58BDDA098}"/>
              </a:ext>
            </a:extLst>
          </p:cNvPr>
          <p:cNvSpPr txBox="1"/>
          <p:nvPr/>
        </p:nvSpPr>
        <p:spPr>
          <a:xfrm>
            <a:off x="381001" y="3647345"/>
            <a:ext cx="562191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Torque proportional to inversed speed / </a:t>
            </a:r>
            <a:r>
              <a:rPr lang="en-US" sz="2000" err="1">
                <a:solidFill>
                  <a:srgbClr val="002060"/>
                </a:solidFill>
              </a:rPr>
              <a:t>Mô</a:t>
            </a:r>
            <a:r>
              <a:rPr lang="en-US" sz="2000">
                <a:solidFill>
                  <a:srgbClr val="002060"/>
                </a:solidFill>
              </a:rPr>
              <a:t>-men </a:t>
            </a:r>
            <a:r>
              <a:rPr lang="en-US" sz="2000" err="1">
                <a:solidFill>
                  <a:srgbClr val="002060"/>
                </a:solidFill>
              </a:rPr>
              <a:t>tỷ</a:t>
            </a:r>
            <a:r>
              <a:rPr lang="en-US" sz="2000">
                <a:solidFill>
                  <a:srgbClr val="002060"/>
                </a:solidFill>
              </a:rPr>
              <a:t> </a:t>
            </a:r>
            <a:r>
              <a:rPr lang="en-US" sz="2000" err="1">
                <a:solidFill>
                  <a:srgbClr val="002060"/>
                </a:solidFill>
              </a:rPr>
              <a:t>lệ</a:t>
            </a:r>
            <a:r>
              <a:rPr lang="en-US" sz="2000">
                <a:solidFill>
                  <a:srgbClr val="002060"/>
                </a:solidFill>
              </a:rPr>
              <a:t> </a:t>
            </a:r>
            <a:r>
              <a:rPr lang="en-US" sz="2000" err="1">
                <a:solidFill>
                  <a:srgbClr val="002060"/>
                </a:solidFill>
              </a:rPr>
              <a:t>nghịch</a:t>
            </a:r>
            <a:r>
              <a:rPr lang="en-US" sz="2000">
                <a:solidFill>
                  <a:srgbClr val="002060"/>
                </a:solidFill>
              </a:rPr>
              <a:t> </a:t>
            </a:r>
            <a:r>
              <a:rPr lang="en-US" sz="2000" err="1">
                <a:solidFill>
                  <a:srgbClr val="002060"/>
                </a:solidFill>
              </a:rPr>
              <a:t>với</a:t>
            </a:r>
            <a:r>
              <a:rPr lang="en-US" sz="2000">
                <a:solidFill>
                  <a:srgbClr val="002060"/>
                </a:solidFill>
              </a:rPr>
              <a:t> </a:t>
            </a:r>
            <a:r>
              <a:rPr lang="en-US" sz="2000" err="1">
                <a:solidFill>
                  <a:srgbClr val="002060"/>
                </a:solidFill>
              </a:rPr>
              <a:t>tốc</a:t>
            </a:r>
            <a:r>
              <a:rPr lang="en-US" sz="2000">
                <a:solidFill>
                  <a:srgbClr val="002060"/>
                </a:solidFill>
              </a:rPr>
              <a:t> </a:t>
            </a:r>
            <a:r>
              <a:rPr lang="en-US" sz="2000" err="1">
                <a:solidFill>
                  <a:srgbClr val="002060"/>
                </a:solidFill>
              </a:rPr>
              <a:t>độ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  <a:p>
            <a:pPr marL="0" marR="0" lvl="1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002060"/>
                </a:solidFill>
              </a:rPr>
              <a:t>Example: lathes, boring, milling machines, etc. /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máy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tiện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khoan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phay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v.v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22E5AE-5754-4822-9780-044ABBA1D8F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4149" y="2906239"/>
            <a:ext cx="3020912" cy="3161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71D3CB-3C48-4C11-A166-ECF754E2F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39" y="4962091"/>
            <a:ext cx="2618061" cy="1570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6C17A1-E817-4DF1-815B-4460274EF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326" y="4961976"/>
            <a:ext cx="1570837" cy="15708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F5FE22-A973-4761-A44B-06371020B3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0398" y="4961976"/>
            <a:ext cx="1570894" cy="15708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D311D-3B57-4C3B-99BE-10746E5C5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B80-FA8B-48E0-A4F0-A859DAF75DAB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A1297-D4A2-489D-970B-E5E5D2DD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26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EFE819-4983-451E-9B89-1A0C2C81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characteristics of Loads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391812-2899-4BBF-989C-72C42AAC708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/>
                  <a:t>Generalized load mechanical characteristics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𝑟𝑎𝑡𝑒𝑑</m:t>
                              </m:r>
                            </m:sub>
                          </m:sSub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mtClean="0">
                                          <a:latin typeface="Cambria Math" panose="02040503050406030204" pitchFamily="18" charset="0"/>
                                        </a:rPr>
                                        <m:t>𝑟𝑎𝑡𝑒𝑑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000"/>
                  <a:t> [Nm]	: Load torque (</a:t>
                </a:r>
                <a:r>
                  <a:rPr lang="en-US" sz="2000" err="1"/>
                  <a:t>Momen</a:t>
                </a:r>
                <a:r>
                  <a:rPr lang="en-US" sz="2000"/>
                  <a:t> </a:t>
                </a:r>
                <a:r>
                  <a:rPr lang="en-US" sz="2000" err="1"/>
                  <a:t>tải</a:t>
                </a:r>
                <a:r>
                  <a:rPr lang="en-US" sz="200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/>
                  <a:t> [Nm]	: Load torque at standstill (</a:t>
                </a:r>
                <a:r>
                  <a:rPr lang="en-US" sz="2000" err="1"/>
                  <a:t>Momen</a:t>
                </a:r>
                <a:r>
                  <a:rPr lang="en-US" sz="2000"/>
                  <a:t> </a:t>
                </a:r>
                <a:r>
                  <a:rPr lang="en-US" sz="2000" err="1"/>
                  <a:t>tại</a:t>
                </a:r>
                <a:r>
                  <a:rPr lang="en-US" sz="2000"/>
                  <a:t> </a:t>
                </a:r>
                <a:r>
                  <a:rPr lang="en-US" sz="2000" err="1"/>
                  <a:t>tốc</a:t>
                </a:r>
                <a:r>
                  <a:rPr lang="en-US" sz="2000"/>
                  <a:t> </a:t>
                </a:r>
                <a:r>
                  <a:rPr lang="en-US" sz="2000" err="1"/>
                  <a:t>độ</a:t>
                </a:r>
                <a:r>
                  <a:rPr lang="en-US" sz="2000"/>
                  <a:t> 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𝑟𝑎𝑡𝑒𝑑</m:t>
                        </m:r>
                      </m:sub>
                    </m:sSub>
                  </m:oMath>
                </a14:m>
                <a:r>
                  <a:rPr lang="en-US" sz="2000"/>
                  <a:t> [Nm]	: Rated load toque (</a:t>
                </a:r>
                <a:r>
                  <a:rPr lang="en-US" sz="2000" err="1"/>
                  <a:t>Momen</a:t>
                </a:r>
                <a:r>
                  <a:rPr lang="en-US" sz="2000"/>
                  <a:t> </a:t>
                </a:r>
                <a:r>
                  <a:rPr lang="en-US" sz="2000" err="1"/>
                  <a:t>tải</a:t>
                </a:r>
                <a:r>
                  <a:rPr lang="en-US" sz="2000"/>
                  <a:t> </a:t>
                </a:r>
                <a:r>
                  <a:rPr lang="en-US" sz="2000" err="1"/>
                  <a:t>định</a:t>
                </a:r>
                <a:r>
                  <a:rPr lang="en-US" sz="2000"/>
                  <a:t> </a:t>
                </a:r>
                <a:r>
                  <a:rPr lang="en-US" sz="2000" err="1"/>
                  <a:t>mức</a:t>
                </a:r>
                <a:r>
                  <a:rPr lang="en-US" sz="200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𝑟𝑎𝑡𝑒𝑑</m:t>
                        </m:r>
                      </m:sub>
                    </m:sSub>
                  </m:oMath>
                </a14:m>
                <a:r>
                  <a:rPr lang="en-US" sz="2000"/>
                  <a:t> [rad/s]	: Rated load speed (</a:t>
                </a:r>
                <a:r>
                  <a:rPr lang="en-US" sz="2000" err="1"/>
                  <a:t>Tốc</a:t>
                </a:r>
                <a:r>
                  <a:rPr lang="en-US" sz="2000"/>
                  <a:t> </a:t>
                </a:r>
                <a:r>
                  <a:rPr lang="en-US" sz="2000" err="1"/>
                  <a:t>độ</a:t>
                </a:r>
                <a:r>
                  <a:rPr lang="en-US" sz="2000"/>
                  <a:t> </a:t>
                </a:r>
                <a:r>
                  <a:rPr lang="en-US" sz="2000" err="1"/>
                  <a:t>định</a:t>
                </a:r>
                <a:r>
                  <a:rPr lang="en-US" sz="2000"/>
                  <a:t> </a:t>
                </a:r>
                <a:r>
                  <a:rPr lang="en-US" sz="2000" err="1"/>
                  <a:t>mức</a:t>
                </a:r>
                <a:r>
                  <a:rPr lang="en-US" sz="2000"/>
                  <a:t> </a:t>
                </a:r>
                <a:r>
                  <a:rPr lang="en-US" sz="2000" err="1"/>
                  <a:t>của</a:t>
                </a:r>
                <a:r>
                  <a:rPr lang="en-US" sz="2000"/>
                  <a:t> </a:t>
                </a:r>
                <a:r>
                  <a:rPr lang="en-US" sz="2000" err="1"/>
                  <a:t>tải</a:t>
                </a:r>
                <a:r>
                  <a:rPr lang="en-US" sz="200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000"/>
                  <a:t> [rad/s]	: Load speed (</a:t>
                </a:r>
                <a:r>
                  <a:rPr lang="en-US" sz="2000" err="1"/>
                  <a:t>Tốc</a:t>
                </a:r>
                <a:r>
                  <a:rPr lang="en-US" sz="2000"/>
                  <a:t> </a:t>
                </a:r>
                <a:r>
                  <a:rPr lang="en-US" sz="2000" err="1"/>
                  <a:t>độ</a:t>
                </a:r>
                <a:r>
                  <a:rPr lang="en-US" sz="2000"/>
                  <a:t> </a:t>
                </a:r>
                <a:r>
                  <a:rPr lang="en-US" sz="2000" err="1"/>
                  <a:t>của</a:t>
                </a:r>
                <a:r>
                  <a:rPr lang="en-US" sz="2000"/>
                  <a:t> </a:t>
                </a:r>
                <a:r>
                  <a:rPr lang="en-US" sz="2000" err="1"/>
                  <a:t>tải</a:t>
                </a:r>
                <a:r>
                  <a:rPr lang="en-US" sz="200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/>
                  <a:t>			: load type coefficient (</a:t>
                </a:r>
                <a:r>
                  <a:rPr lang="en-US" sz="2000" err="1"/>
                  <a:t>Hệ</a:t>
                </a:r>
                <a:r>
                  <a:rPr lang="en-US" sz="2000"/>
                  <a:t> </a:t>
                </a:r>
                <a:r>
                  <a:rPr lang="en-US" sz="2000" err="1"/>
                  <a:t>số</a:t>
                </a:r>
                <a:r>
                  <a:rPr lang="en-US" sz="2000"/>
                  <a:t> </a:t>
                </a:r>
                <a:r>
                  <a:rPr lang="en-US" sz="2000" err="1"/>
                  <a:t>đặc</a:t>
                </a:r>
                <a:r>
                  <a:rPr lang="en-US" sz="2000"/>
                  <a:t> </a:t>
                </a:r>
                <a:r>
                  <a:rPr lang="en-US" sz="2000" err="1"/>
                  <a:t>trưng</a:t>
                </a:r>
                <a:r>
                  <a:rPr lang="en-US" sz="2000"/>
                  <a:t> </a:t>
                </a:r>
                <a:r>
                  <a:rPr lang="en-US" sz="2000" err="1"/>
                  <a:t>cho</a:t>
                </a:r>
                <a:r>
                  <a:rPr lang="en-US" sz="2000"/>
                  <a:t> </a:t>
                </a:r>
                <a:r>
                  <a:rPr lang="en-US" sz="2000" err="1"/>
                  <a:t>tải</a:t>
                </a:r>
                <a:r>
                  <a:rPr lang="en-US" sz="2000"/>
                  <a:t>)</a:t>
                </a:r>
                <a:endParaRPr lang="en-US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391812-2899-4BBF-989C-72C42AAC7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1828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38AAB-9040-4525-B6AC-1352559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7028-302F-4331-BCBF-CBCCB7BEB06E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BE6F3-B06B-4A2A-86BC-F9F53C6D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87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000000-0008-0000-0200-00002B000000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6242" y="909698"/>
            <a:ext cx="3807758" cy="2371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115351A-46CF-4FFB-99E4-744A71C8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A6CAFEE-CF69-42A5-BC64-D8BB41ADA36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6013448" cy="5472608"/>
              </a:xfrm>
            </p:spPr>
            <p:txBody>
              <a:bodyPr/>
              <a:lstStyle/>
              <a:p>
                <a:r>
                  <a:rPr lang="en-US" sz="2800"/>
                  <a:t>EV traction motor power calculation</a:t>
                </a:r>
              </a:p>
              <a:p>
                <a:pPr lvl="1"/>
                <a:r>
                  <a:rPr lang="en-US" sz="2400"/>
                  <a:t>Aero force</a:t>
                </a:r>
              </a:p>
              <a:p>
                <a:pPr marL="34290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  <a:p>
                <a:pPr lvl="1"/>
                <a:r>
                  <a:rPr lang="en-US" sz="2400"/>
                  <a:t>Rolling friction force</a:t>
                </a:r>
              </a:p>
              <a:p>
                <a:pPr marL="34290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𝑥𝑓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𝑥𝑟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vi-VN" sz="2400"/>
              </a:p>
              <a:p>
                <a:pPr lvl="1"/>
                <a:r>
                  <a:rPr lang="en-US" sz="2400"/>
                  <a:t>Uphill/downhill force</a:t>
                </a:r>
              </a:p>
              <a:p>
                <a:pPr marL="34290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𝑔𝑠𝑖𝑛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/>
              </a:p>
              <a:p>
                <a:pPr lvl="1"/>
                <a:r>
                  <a:rPr lang="en-US" sz="2400"/>
                  <a:t>Acceleration force</a:t>
                </a:r>
              </a:p>
              <a:p>
                <a:pPr marL="34290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/>
              </a:p>
              <a:p>
                <a:pPr marL="34290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 smtClean="0"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  <a:p>
                <a:pPr lvl="1"/>
                <a:r>
                  <a:rPr lang="en-US" sz="2400"/>
                  <a:t>Traction force</a:t>
                </a:r>
              </a:p>
              <a:p>
                <a:pPr marL="34290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  <a:p>
                <a:pPr lvl="1"/>
                <a:r>
                  <a:rPr lang="en-US" sz="2400"/>
                  <a:t>Required motor power</a:t>
                </a:r>
              </a:p>
              <a:p>
                <a:pPr marL="34290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𝑛𝑜𝑚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A6CAFEE-CF69-42A5-BC64-D8BB41ADA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764704"/>
                <a:ext cx="6013448" cy="5472608"/>
              </a:xfrm>
              <a:blipFill>
                <a:blip r:embed="rId3"/>
                <a:stretch>
                  <a:fillRect l="-1826" t="-1893" r="-1420" b="-4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E836883-FEEA-4665-AF70-D9C38D31D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122" y="3330385"/>
            <a:ext cx="4297976" cy="3103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B2672D-ED2D-4158-9534-29983156955F}"/>
              </a:ext>
            </a:extLst>
          </p:cNvPr>
          <p:cNvSpPr txBox="1"/>
          <p:nvPr/>
        </p:nvSpPr>
        <p:spPr>
          <a:xfrm>
            <a:off x="6685082" y="5458522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Mitsubishi </a:t>
            </a:r>
            <a:r>
              <a:rPr lang="en-US" err="1"/>
              <a:t>MiEV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F138AE0-17AC-46CA-8CC3-CD552527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9FC33-0706-4AD5-919A-A941D403CBAE}" type="datetime1">
              <a:rPr lang="en-US" smtClean="0"/>
              <a:t>4/1/2022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5BE5B7-A0BB-4EF4-BAFE-9C8816AF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77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25CBB1-D89B-408A-8D67-E5844872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equation / Ph</a:t>
            </a:r>
            <a:r>
              <a:rPr lang="vi-VN"/>
              <a:t>ư</a:t>
            </a:r>
            <a:r>
              <a:rPr lang="en-US" err="1"/>
              <a:t>ơng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học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3064008"/>
                <a:ext cx="8674100" cy="3173303"/>
              </a:xfrm>
            </p:spPr>
            <p:txBody>
              <a:bodyPr/>
              <a:lstStyle/>
              <a:p>
                <a:r>
                  <a:rPr lang="en-US"/>
                  <a:t>Dynamic equation 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𝐽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  [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𝑁𝑚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lvl="0" indent="0">
                  <a:buNone/>
                </a:pPr>
                <a:r>
                  <a:rPr lang="en-US" sz="2000" noProof="0"/>
                  <a:t>where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000" noProof="0"/>
                  <a:t> [Nm]: Motor’s torque / </a:t>
                </a:r>
                <a:r>
                  <a:rPr lang="en-US" sz="2000" noProof="0" err="1"/>
                  <a:t>Mô</a:t>
                </a:r>
                <a:r>
                  <a:rPr lang="en-US" sz="2000" noProof="0"/>
                  <a:t>-men </a:t>
                </a:r>
                <a:r>
                  <a:rPr lang="en-US" sz="2000"/>
                  <a:t>do </a:t>
                </a:r>
                <a:r>
                  <a:rPr lang="en-US" sz="2000" err="1"/>
                  <a:t>động</a:t>
                </a:r>
                <a:r>
                  <a:rPr lang="en-US" sz="2000"/>
                  <a:t> </a:t>
                </a:r>
                <a:r>
                  <a:rPr lang="en-US" sz="2000" err="1"/>
                  <a:t>cơ</a:t>
                </a:r>
                <a:r>
                  <a:rPr lang="en-US" sz="2000"/>
                  <a:t> </a:t>
                </a:r>
                <a:r>
                  <a:rPr lang="en-US" sz="2000" err="1"/>
                  <a:t>sinh</a:t>
                </a:r>
                <a:r>
                  <a:rPr lang="en-US" sz="2000"/>
                  <a:t> ra</a:t>
                </a:r>
              </a:p>
              <a:p>
                <a:pPr marL="0" lvl="0" indent="0">
                  <a:buNone/>
                </a:pPr>
                <a:r>
                  <a:rPr lang="en-US" sz="2000" noProof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noProof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000" noProof="0"/>
                  <a:t> [Nm]: Load’s torque / </a:t>
                </a:r>
                <a:r>
                  <a:rPr lang="en-US" sz="2000" noProof="0" err="1"/>
                  <a:t>Mô</a:t>
                </a:r>
                <a:r>
                  <a:rPr lang="en-US" sz="2000"/>
                  <a:t>-men </a:t>
                </a:r>
                <a:r>
                  <a:rPr lang="en-US" sz="2000" err="1"/>
                  <a:t>tải</a:t>
                </a:r>
                <a:endParaRPr lang="en-US" sz="2000" noProof="0"/>
              </a:p>
              <a:p>
                <a:pPr marL="0" lvl="0" indent="0">
                  <a:buNone/>
                </a:pPr>
                <a:r>
                  <a:rPr lang="en-US" sz="2000"/>
                  <a:t>		</a:t>
                </a:r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000" noProof="0"/>
                  <a:t> [kg.m2]: Moment of inertia/ </a:t>
                </a:r>
                <a:r>
                  <a:rPr lang="en-US" sz="2000" noProof="0" err="1"/>
                  <a:t>Mô</a:t>
                </a:r>
                <a:r>
                  <a:rPr lang="en-US" sz="2000" noProof="0"/>
                  <a:t>-men </a:t>
                </a:r>
                <a:r>
                  <a:rPr lang="en-US" sz="2000" noProof="0" err="1"/>
                  <a:t>quán</a:t>
                </a:r>
                <a:r>
                  <a:rPr lang="en-US" sz="2000" noProof="0"/>
                  <a:t> tính</a:t>
                </a:r>
              </a:p>
              <a:p>
                <a:pPr marL="0" lvl="0" indent="0">
                  <a:buNone/>
                </a:pPr>
                <a:r>
                  <a:rPr lang="en-US" sz="2000"/>
                  <a:t>		</a:t>
                </a:r>
                <a14:m>
                  <m:oMath xmlns:m="http://schemas.openxmlformats.org/officeDocument/2006/math">
                    <m:r>
                      <a:rPr lang="en-US" sz="2000" noProof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000" noProof="0"/>
                  <a:t> [rad/s]: load speed / </a:t>
                </a:r>
                <a:r>
                  <a:rPr lang="en-US" sz="2000" noProof="0" err="1"/>
                  <a:t>tốc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độ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của</a:t>
                </a:r>
                <a:r>
                  <a:rPr lang="en-US" sz="2000" noProof="0"/>
                  <a:t> </a:t>
                </a:r>
                <a:r>
                  <a:rPr lang="en-US" sz="2000" noProof="0" err="1"/>
                  <a:t>tải</a:t>
                </a:r>
                <a:endParaRPr lang="en-US" sz="2000" noProof="0"/>
              </a:p>
              <a:p>
                <a:pPr marL="0" lvl="0" indent="0">
                  <a:buNone/>
                </a:pPr>
                <a:r>
                  <a:rPr lang="en-US" sz="2000"/>
                  <a:t>		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US" sz="2000" dirty="0"/>
                      <m:t> [</m:t>
                    </m:r>
                    <m:r>
                      <m:rPr>
                        <m:nor/>
                      </m:rPr>
                      <a:rPr lang="en-US" sz="2000" dirty="0"/>
                      <m:t>Ns</m:t>
                    </m:r>
                    <m:r>
                      <m:rPr>
                        <m:nor/>
                      </m:rPr>
                      <a:rPr lang="en-US" sz="2000" dirty="0"/>
                      <m:t>/</m:t>
                    </m:r>
                    <m:r>
                      <m:rPr>
                        <m:nor/>
                      </m:rPr>
                      <a:rPr lang="en-US" sz="2000" dirty="0"/>
                      <m:t>m</m:t>
                    </m:r>
                    <m:r>
                      <m:rPr>
                        <m:nor/>
                      </m:rPr>
                      <a:rPr lang="en-US" sz="2000" dirty="0"/>
                      <m:t>2]: </m:t>
                    </m:r>
                    <m:r>
                      <m:rPr>
                        <m:nor/>
                      </m:rPr>
                      <a:rPr lang="en-US" sz="2000" dirty="0"/>
                      <m:t>viscous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r>
                      <m:rPr>
                        <m:nor/>
                      </m:rPr>
                      <a:rPr lang="en-US" sz="2000" dirty="0"/>
                      <m:t>coefficient</m:t>
                    </m:r>
                    <m:r>
                      <m:rPr>
                        <m:nor/>
                      </m:rPr>
                      <a:rPr lang="en-US" sz="2000" dirty="0"/>
                      <m:t> / </m:t>
                    </m:r>
                    <m:r>
                      <m:rPr>
                        <m:nor/>
                      </m:rPr>
                      <a:rPr lang="en-US" sz="2000" dirty="0" err="1"/>
                      <m:t>h</m:t>
                    </m:r>
                    <m:r>
                      <m:rPr>
                        <m:nor/>
                      </m:rPr>
                      <a:rPr lang="en-US" sz="2000" dirty="0" err="1"/>
                      <m:t>ệ </m:t>
                    </m:r>
                    <m:r>
                      <m:rPr>
                        <m:nor/>
                      </m:rPr>
                      <a:rPr lang="en-US" sz="2000" dirty="0" err="1"/>
                      <m:t>s</m:t>
                    </m:r>
                    <m:r>
                      <m:rPr>
                        <m:nor/>
                      </m:rPr>
                      <a:rPr lang="en-US" sz="2000" dirty="0" err="1"/>
                      <m:t>ố </m:t>
                    </m:r>
                    <m:r>
                      <m:rPr>
                        <m:nor/>
                      </m:rPr>
                      <a:rPr lang="en-US" sz="2000" dirty="0" err="1"/>
                      <m:t>nh</m:t>
                    </m:r>
                    <m:r>
                      <m:rPr>
                        <m:nor/>
                      </m:rPr>
                      <a:rPr lang="en-US" sz="2000" dirty="0" err="1"/>
                      <m:t>ớ</m:t>
                    </m:r>
                    <m:r>
                      <m:rPr>
                        <m:nor/>
                      </m:rPr>
                      <a:rPr lang="en-US" sz="2000" dirty="0" err="1"/>
                      <m:t>t</m:t>
                    </m:r>
                  </m:oMath>
                </a14:m>
                <a:endParaRPr lang="en-US" sz="2000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3064008"/>
                <a:ext cx="8674100" cy="3173303"/>
              </a:xfrm>
              <a:blipFill>
                <a:blip r:embed="rId3"/>
                <a:stretch>
                  <a:fillRect l="-1617" t="-4038" b="-4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AA40C7A-FE6A-4916-845D-DDDA716FF7A8}"/>
              </a:ext>
            </a:extLst>
          </p:cNvPr>
          <p:cNvGrpSpPr/>
          <p:nvPr/>
        </p:nvGrpSpPr>
        <p:grpSpPr>
          <a:xfrm>
            <a:off x="1557337" y="725620"/>
            <a:ext cx="6029325" cy="2143125"/>
            <a:chOff x="1223962" y="1344532"/>
            <a:chExt cx="6029325" cy="214312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DC555E2-0006-4A79-AAEF-D58CB11BD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3962" y="1344532"/>
              <a:ext cx="6029325" cy="21431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FF2EED3-426F-4DEB-BCC8-9BDCCFE45DC6}"/>
                    </a:ext>
                  </a:extLst>
                </p:cNvPr>
                <p:cNvSpPr/>
                <p:nvPr/>
              </p:nvSpPr>
              <p:spPr>
                <a:xfrm>
                  <a:off x="2765917" y="2920483"/>
                  <a:ext cx="472584" cy="36933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FF2EED3-426F-4DEB-BCC8-9BDCCFE45D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5917" y="2920483"/>
                  <a:ext cx="47258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0FF7-4007-4BCA-8B75-09CBEFAF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78EFF-9495-412B-9709-116849905F29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A3315-DAD5-4C83-A9B2-1ED92998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7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25CBB1-D89B-408A-8D67-E5844872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equation / Ph</a:t>
            </a:r>
            <a:r>
              <a:rPr lang="vi-VN"/>
              <a:t>ư</a:t>
            </a:r>
            <a:r>
              <a:rPr lang="en-US" err="1"/>
              <a:t>ơng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học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3137158"/>
                <a:ext cx="4467840" cy="3100153"/>
              </a:xfrm>
            </p:spPr>
            <p:txBody>
              <a:bodyPr/>
              <a:lstStyle/>
              <a:p>
                <a:r>
                  <a:rPr lang="en-US" sz="2000"/>
                  <a:t>Point A </a:t>
                </a:r>
                <a:r>
                  <a:rPr lang="en-US" sz="2000">
                    <a:sym typeface="Wingdings" panose="05000000000000000000" pitchFamily="2" charset="2"/>
                  </a:rPr>
                  <a:t> deceleration / </a:t>
                </a:r>
                <a:r>
                  <a:rPr lang="en-US" sz="2000" err="1">
                    <a:sym typeface="Wingdings" panose="05000000000000000000" pitchFamily="2" charset="2"/>
                  </a:rPr>
                  <a:t>hệ</a:t>
                </a:r>
                <a:r>
                  <a:rPr lang="en-US" sz="2000">
                    <a:sym typeface="Wingdings" panose="05000000000000000000" pitchFamily="2" charset="2"/>
                  </a:rPr>
                  <a:t> </a:t>
                </a:r>
                <a:r>
                  <a:rPr lang="en-US" sz="2000" err="1">
                    <a:sym typeface="Wingdings" panose="05000000000000000000" pitchFamily="2" charset="2"/>
                  </a:rPr>
                  <a:t>giảm</a:t>
                </a:r>
                <a:r>
                  <a:rPr lang="en-US" sz="2000">
                    <a:sym typeface="Wingdings" panose="05000000000000000000" pitchFamily="2" charset="2"/>
                  </a:rPr>
                  <a:t> </a:t>
                </a:r>
                <a:r>
                  <a:rPr lang="en-US" sz="2000" err="1">
                    <a:sym typeface="Wingdings" panose="05000000000000000000" pitchFamily="2" charset="2"/>
                  </a:rPr>
                  <a:t>tốc</a:t>
                </a:r>
                <a:endParaRPr lang="en-US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𝐿𝐴</m:t>
                          </m:r>
                        </m:sub>
                      </m:sSub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𝐽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000"/>
              </a:p>
              <a:p>
                <a:r>
                  <a:rPr lang="en-US" sz="2000"/>
                  <a:t>Point C </a:t>
                </a:r>
                <a:r>
                  <a:rPr lang="en-US" sz="2000">
                    <a:sym typeface="Wingdings" panose="05000000000000000000" pitchFamily="2" charset="2"/>
                  </a:rPr>
                  <a:t> acceleration / </a:t>
                </a:r>
                <a:r>
                  <a:rPr lang="en-US" sz="2000" err="1">
                    <a:sym typeface="Wingdings" panose="05000000000000000000" pitchFamily="2" charset="2"/>
                  </a:rPr>
                  <a:t>hệ</a:t>
                </a:r>
                <a:r>
                  <a:rPr lang="en-US" sz="2000">
                    <a:sym typeface="Wingdings" panose="05000000000000000000" pitchFamily="2" charset="2"/>
                  </a:rPr>
                  <a:t> </a:t>
                </a:r>
                <a:r>
                  <a:rPr lang="en-US" sz="2000" err="1">
                    <a:sym typeface="Wingdings" panose="05000000000000000000" pitchFamily="2" charset="2"/>
                  </a:rPr>
                  <a:t>tăng</a:t>
                </a:r>
                <a:r>
                  <a:rPr lang="en-US" sz="2000">
                    <a:sym typeface="Wingdings" panose="05000000000000000000" pitchFamily="2" charset="2"/>
                  </a:rPr>
                  <a:t> </a:t>
                </a:r>
                <a:r>
                  <a:rPr lang="en-US" sz="2000" err="1">
                    <a:sym typeface="Wingdings" panose="05000000000000000000" pitchFamily="2" charset="2"/>
                  </a:rPr>
                  <a:t>tốc</a:t>
                </a:r>
                <a:endParaRPr lang="en-US" sz="200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00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𝑇</m:t>
                          </m:r>
                        </m:e>
                        <m:sub>
                          <m:r>
                            <a:rPr lang="en-US" sz="200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sub>
                      </m:sSub>
                      <m:r>
                        <a:rPr lang="en-US" sz="200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00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𝑇</m:t>
                          </m:r>
                        </m:e>
                        <m:sub>
                          <m:r>
                            <a:rPr lang="en-US" sz="200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𝐿𝐶</m:t>
                          </m:r>
                        </m:sub>
                      </m:sSub>
                      <m:r>
                        <a:rPr lang="en-US" sz="200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→</m:t>
                      </m:r>
                      <m:r>
                        <a:rPr lang="en-US" sz="200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𝐽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sz="200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𝑑</m:t>
                          </m:r>
                          <m:r>
                            <a:rPr lang="en-US" sz="200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𝜔</m:t>
                          </m:r>
                        </m:num>
                        <m:den>
                          <m:r>
                            <a:rPr lang="en-US" sz="200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𝑑𝑡</m:t>
                          </m:r>
                        </m:den>
                      </m:f>
                      <m:r>
                        <a:rPr lang="en-US" sz="200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&gt;0</m:t>
                      </m:r>
                    </m:oMath>
                  </m:oMathPara>
                </a14:m>
                <a:endParaRPr lang="en-US" sz="2000">
                  <a:sym typeface="Wingdings" panose="05000000000000000000" pitchFamily="2" charset="2"/>
                </a:endParaRPr>
              </a:p>
              <a:p>
                <a:r>
                  <a:rPr lang="en-US" sz="2000">
                    <a:sym typeface="Wingdings" panose="05000000000000000000" pitchFamily="2" charset="2"/>
                  </a:rPr>
                  <a:t>Point B  stable / </a:t>
                </a:r>
                <a:r>
                  <a:rPr lang="en-US" sz="2000" err="1">
                    <a:sym typeface="Wingdings" panose="05000000000000000000" pitchFamily="2" charset="2"/>
                  </a:rPr>
                  <a:t>hệ</a:t>
                </a:r>
                <a:r>
                  <a:rPr lang="en-US" sz="2000">
                    <a:sym typeface="Wingdings" panose="05000000000000000000" pitchFamily="2" charset="2"/>
                  </a:rPr>
                  <a:t> </a:t>
                </a:r>
                <a:r>
                  <a:rPr lang="en-US" sz="2000" err="1">
                    <a:sym typeface="Wingdings" panose="05000000000000000000" pitchFamily="2" charset="2"/>
                  </a:rPr>
                  <a:t>ổn</a:t>
                </a:r>
                <a:r>
                  <a:rPr lang="en-US" sz="2000">
                    <a:sym typeface="Wingdings" panose="05000000000000000000" pitchFamily="2" charset="2"/>
                  </a:rPr>
                  <a:t> </a:t>
                </a:r>
                <a:r>
                  <a:rPr lang="en-US" sz="2000" err="1">
                    <a:sym typeface="Wingdings" panose="05000000000000000000" pitchFamily="2" charset="2"/>
                  </a:rPr>
                  <a:t>định</a:t>
                </a:r>
                <a:endParaRPr lang="en-US" sz="200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sub>
                      </m:sSub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𝐽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z="200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C81B3FB-2926-4439-92EF-1A5B44F21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3137158"/>
                <a:ext cx="4467840" cy="3100153"/>
              </a:xfrm>
              <a:blipFill>
                <a:blip r:embed="rId3"/>
                <a:stretch>
                  <a:fillRect l="-1230" t="-1969" r="-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AA40C7A-FE6A-4916-845D-DDDA716FF7A8}"/>
              </a:ext>
            </a:extLst>
          </p:cNvPr>
          <p:cNvGrpSpPr/>
          <p:nvPr/>
        </p:nvGrpSpPr>
        <p:grpSpPr>
          <a:xfrm>
            <a:off x="374612" y="779511"/>
            <a:ext cx="2891627" cy="1027829"/>
            <a:chOff x="1223962" y="1344532"/>
            <a:chExt cx="6029325" cy="214312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DC555E2-0006-4A79-AAEF-D58CB11BD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3962" y="1344532"/>
              <a:ext cx="6029325" cy="21431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FF2EED3-426F-4DEB-BCC8-9BDCCFE45DC6}"/>
                    </a:ext>
                  </a:extLst>
                </p:cNvPr>
                <p:cNvSpPr/>
                <p:nvPr/>
              </p:nvSpPr>
              <p:spPr>
                <a:xfrm>
                  <a:off x="2765917" y="2920483"/>
                  <a:ext cx="472584" cy="36933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FF2EED3-426F-4DEB-BCC8-9BDCCFE45D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5917" y="2920483"/>
                  <a:ext cx="472584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8649" b="-10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F80CD69-5429-40C1-AB7C-EF3085B4187D}"/>
              </a:ext>
            </a:extLst>
          </p:cNvPr>
          <p:cNvGrpSpPr/>
          <p:nvPr/>
        </p:nvGrpSpPr>
        <p:grpSpPr>
          <a:xfrm>
            <a:off x="3955774" y="1168893"/>
            <a:ext cx="5111224" cy="5117607"/>
            <a:chOff x="5404233" y="762493"/>
            <a:chExt cx="3662765" cy="366733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8E34EC0-9A51-4D47-A60F-D809B00F5D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0553" b="36445"/>
            <a:stretch/>
          </p:blipFill>
          <p:spPr>
            <a:xfrm>
              <a:off x="5754818" y="762493"/>
              <a:ext cx="3300217" cy="3667339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7FF633-2CBB-4945-9A64-F880C0D9076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287" y="1654035"/>
              <a:ext cx="3107711" cy="531293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5A7696D-ECE1-481D-B829-A6596346F355}"/>
                </a:ext>
              </a:extLst>
            </p:cNvPr>
            <p:cNvCxnSpPr/>
            <p:nvPr/>
          </p:nvCxnSpPr>
          <p:spPr>
            <a:xfrm>
              <a:off x="7176117" y="1854611"/>
              <a:ext cx="0" cy="1934499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EF7245B-2B5F-4FA0-9399-5E64AE584E02}"/>
                </a:ext>
              </a:extLst>
            </p:cNvPr>
            <p:cNvCxnSpPr>
              <a:cxnSpLocks/>
            </p:cNvCxnSpPr>
            <p:nvPr/>
          </p:nvCxnSpPr>
          <p:spPr>
            <a:xfrm>
              <a:off x="7754945" y="1962385"/>
              <a:ext cx="0" cy="1826725"/>
            </a:xfrm>
            <a:prstGeom prst="line">
              <a:avLst/>
            </a:prstGeom>
            <a:ln w="12700">
              <a:solidFill>
                <a:srgbClr val="00B0F0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9CB6D22-CC50-4973-9733-73F74F017677}"/>
                </a:ext>
              </a:extLst>
            </p:cNvPr>
            <p:cNvCxnSpPr>
              <a:cxnSpLocks/>
            </p:cNvCxnSpPr>
            <p:nvPr/>
          </p:nvCxnSpPr>
          <p:spPr>
            <a:xfrm>
              <a:off x="6570977" y="1759137"/>
              <a:ext cx="0" cy="2029974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11267B5-3B49-494D-8C9F-7858CD0A4118}"/>
                </a:ext>
              </a:extLst>
            </p:cNvPr>
            <p:cNvCxnSpPr>
              <a:cxnSpLocks/>
            </p:cNvCxnSpPr>
            <p:nvPr/>
          </p:nvCxnSpPr>
          <p:spPr>
            <a:xfrm>
              <a:off x="6106496" y="1757163"/>
              <a:ext cx="1155553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913EE8C-7339-494F-970F-0323C9676F3A}"/>
                </a:ext>
              </a:extLst>
            </p:cNvPr>
            <p:cNvCxnSpPr>
              <a:cxnSpLocks/>
            </p:cNvCxnSpPr>
            <p:nvPr/>
          </p:nvCxnSpPr>
          <p:spPr>
            <a:xfrm>
              <a:off x="6106496" y="1854611"/>
              <a:ext cx="1069621" cy="0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B7B422-C3FC-4FCD-8F13-4F9DC6E01201}"/>
                </a:ext>
              </a:extLst>
            </p:cNvPr>
            <p:cNvCxnSpPr>
              <a:cxnSpLocks/>
            </p:cNvCxnSpPr>
            <p:nvPr/>
          </p:nvCxnSpPr>
          <p:spPr>
            <a:xfrm>
              <a:off x="6106496" y="1962385"/>
              <a:ext cx="1648449" cy="0"/>
            </a:xfrm>
            <a:prstGeom prst="line">
              <a:avLst/>
            </a:prstGeom>
            <a:ln w="12700"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3F9DA70-EE70-4E52-A6C8-E232694A6F60}"/>
                </a:ext>
              </a:extLst>
            </p:cNvPr>
            <p:cNvSpPr txBox="1"/>
            <p:nvPr/>
          </p:nvSpPr>
          <p:spPr>
            <a:xfrm>
              <a:off x="6977607" y="1533553"/>
              <a:ext cx="272479" cy="3749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/>
                <a:t>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395C607-EE75-4C69-BDE1-0A35E31065C5}"/>
                </a:ext>
              </a:extLst>
            </p:cNvPr>
            <p:cNvSpPr txBox="1"/>
            <p:nvPr/>
          </p:nvSpPr>
          <p:spPr>
            <a:xfrm>
              <a:off x="6442373" y="1404684"/>
              <a:ext cx="281669" cy="3749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/>
                <a:t>A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39F6C29-E0BC-465E-91A7-D5AC8FB7B5AF}"/>
                </a:ext>
              </a:extLst>
            </p:cNvPr>
            <p:cNvSpPr txBox="1"/>
            <p:nvPr/>
          </p:nvSpPr>
          <p:spPr>
            <a:xfrm>
              <a:off x="7580860" y="1635516"/>
              <a:ext cx="269033" cy="3749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/>
                <a:t>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44E4C92-5B7D-40DE-9746-27B1D301C3A4}"/>
                    </a:ext>
                  </a:extLst>
                </p:cNvPr>
                <p:cNvSpPr txBox="1"/>
                <p:nvPr/>
              </p:nvSpPr>
              <p:spPr>
                <a:xfrm>
                  <a:off x="7487560" y="3807818"/>
                  <a:ext cx="402838" cy="33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44E4C92-5B7D-40DE-9746-27B1D301C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7560" y="3807818"/>
                  <a:ext cx="402838" cy="330835"/>
                </a:xfrm>
                <a:prstGeom prst="rect">
                  <a:avLst/>
                </a:prstGeom>
                <a:blipFill>
                  <a:blip r:embed="rId7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EAE85FB-D2BB-4B3B-A915-1330B416B9B3}"/>
                    </a:ext>
                  </a:extLst>
                </p:cNvPr>
                <p:cNvSpPr txBox="1"/>
                <p:nvPr/>
              </p:nvSpPr>
              <p:spPr>
                <a:xfrm>
                  <a:off x="6883929" y="3807818"/>
                  <a:ext cx="411567" cy="33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EAE85FB-D2BB-4B3B-A915-1330B416B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3929" y="3807818"/>
                  <a:ext cx="411567" cy="33083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C12C777-05B2-412F-B33C-D6F3DAC93AF4}"/>
                    </a:ext>
                  </a:extLst>
                </p:cNvPr>
                <p:cNvSpPr txBox="1"/>
                <p:nvPr/>
              </p:nvSpPr>
              <p:spPr>
                <a:xfrm>
                  <a:off x="6352032" y="3807818"/>
                  <a:ext cx="395531" cy="33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C12C777-05B2-412F-B33C-D6F3DAC93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2032" y="3807818"/>
                  <a:ext cx="395531" cy="330835"/>
                </a:xfrm>
                <a:prstGeom prst="rect">
                  <a:avLst/>
                </a:prstGeom>
                <a:blipFill>
                  <a:blip r:embed="rId9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20BB9BA-0122-44A5-BF1F-4828B883D5C9}"/>
                    </a:ext>
                  </a:extLst>
                </p:cNvPr>
                <p:cNvSpPr txBox="1"/>
                <p:nvPr/>
              </p:nvSpPr>
              <p:spPr>
                <a:xfrm>
                  <a:off x="5419628" y="1461636"/>
                  <a:ext cx="447960" cy="33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20BB9BA-0122-44A5-BF1F-4828B883D5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9628" y="1461636"/>
                  <a:ext cx="447960" cy="330835"/>
                </a:xfrm>
                <a:prstGeom prst="rect">
                  <a:avLst/>
                </a:prstGeom>
                <a:blipFill>
                  <a:blip r:embed="rId10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CAF17EC-0F1A-4EC6-A264-0F7AC760F42D}"/>
                    </a:ext>
                  </a:extLst>
                </p:cNvPr>
                <p:cNvSpPr txBox="1"/>
                <p:nvPr/>
              </p:nvSpPr>
              <p:spPr>
                <a:xfrm>
                  <a:off x="5618722" y="1650373"/>
                  <a:ext cx="463996" cy="33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CAF17EC-0F1A-4EC6-A264-0F7AC760F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8722" y="1650373"/>
                  <a:ext cx="463996" cy="330835"/>
                </a:xfrm>
                <a:prstGeom prst="rect">
                  <a:avLst/>
                </a:prstGeom>
                <a:blipFill>
                  <a:blip r:embed="rId11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FD25685-B1CB-4E9A-9EA7-9AFA149EB493}"/>
                    </a:ext>
                  </a:extLst>
                </p:cNvPr>
                <p:cNvSpPr txBox="1"/>
                <p:nvPr/>
              </p:nvSpPr>
              <p:spPr>
                <a:xfrm>
                  <a:off x="5404233" y="1796967"/>
                  <a:ext cx="455265" cy="33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FD25685-B1CB-4E9A-9EA7-9AFA149EB4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233" y="1796967"/>
                  <a:ext cx="455265" cy="330835"/>
                </a:xfrm>
                <a:prstGeom prst="rect">
                  <a:avLst/>
                </a:prstGeom>
                <a:blipFill>
                  <a:blip r:embed="rId12"/>
                  <a:stretch>
                    <a:fillRect b="-5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8575A52-9510-4A15-8CD9-0F161181D9E4}"/>
                </a:ext>
              </a:extLst>
            </p:cNvPr>
            <p:cNvCxnSpPr>
              <a:cxnSpLocks/>
            </p:cNvCxnSpPr>
            <p:nvPr/>
          </p:nvCxnSpPr>
          <p:spPr>
            <a:xfrm>
              <a:off x="7085599" y="1962385"/>
              <a:ext cx="0" cy="1826725"/>
            </a:xfrm>
            <a:prstGeom prst="line">
              <a:avLst/>
            </a:prstGeom>
            <a:ln w="12700">
              <a:solidFill>
                <a:srgbClr val="00B0F0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9D6C948-713E-462E-BE27-6EC3B92D73E9}"/>
                </a:ext>
              </a:extLst>
            </p:cNvPr>
            <p:cNvCxnSpPr>
              <a:cxnSpLocks/>
            </p:cNvCxnSpPr>
            <p:nvPr/>
          </p:nvCxnSpPr>
          <p:spPr>
            <a:xfrm>
              <a:off x="7262049" y="1759137"/>
              <a:ext cx="0" cy="2029974"/>
            </a:xfrm>
            <a:prstGeom prst="line">
              <a:avLst/>
            </a:prstGeom>
            <a:ln w="12700">
              <a:solidFill>
                <a:srgbClr val="00B050"/>
              </a:solidFill>
              <a:prstDash val="dash"/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4A23E31-5CBD-48F7-8193-ECDA01FB8F2E}"/>
                    </a:ext>
                  </a:extLst>
                </p:cNvPr>
                <p:cNvSpPr txBox="1"/>
                <p:nvPr/>
              </p:nvSpPr>
              <p:spPr>
                <a:xfrm>
                  <a:off x="6644114" y="3438448"/>
                  <a:ext cx="491289" cy="33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4A23E31-5CBD-48F7-8193-ECDA01FB8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4114" y="3438448"/>
                  <a:ext cx="491289" cy="330835"/>
                </a:xfrm>
                <a:prstGeom prst="rect">
                  <a:avLst/>
                </a:prstGeom>
                <a:blipFill>
                  <a:blip r:embed="rId13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9E9A2FA-FC46-4D5D-98DA-771488597DB6}"/>
                    </a:ext>
                  </a:extLst>
                </p:cNvPr>
                <p:cNvSpPr txBox="1"/>
                <p:nvPr/>
              </p:nvSpPr>
              <p:spPr>
                <a:xfrm>
                  <a:off x="7195850" y="3458275"/>
                  <a:ext cx="494965" cy="3308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𝐿𝐴</m:t>
                            </m:r>
                          </m:sub>
                        </m:sSub>
                      </m:oMath>
                    </m:oMathPara>
                  </a14:m>
                  <a:endParaRPr lang="en-US" sz="240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9E9A2FA-FC46-4D5D-98DA-771488597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5850" y="3458275"/>
                  <a:ext cx="494965" cy="330835"/>
                </a:xfrm>
                <a:prstGeom prst="rect">
                  <a:avLst/>
                </a:prstGeom>
                <a:blipFill>
                  <a:blip r:embed="rId14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ADFA73-BC12-44E1-87C4-7E932A9A00F7}"/>
                    </a:ext>
                  </a:extLst>
                </p:cNvPr>
                <p:cNvSpPr txBox="1"/>
                <p:nvPr/>
              </p:nvSpPr>
              <p:spPr>
                <a:xfrm>
                  <a:off x="8364897" y="2097995"/>
                  <a:ext cx="496711" cy="3749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ADFA73-BC12-44E1-87C4-7E932A9A0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4897" y="2097995"/>
                  <a:ext cx="496711" cy="37494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FEC76AA-7764-4F59-9D00-C74DB83A0CF1}"/>
                  </a:ext>
                </a:extLst>
              </p:cNvPr>
              <p:cNvSpPr txBox="1"/>
              <p:nvPr/>
            </p:nvSpPr>
            <p:spPr>
              <a:xfrm>
                <a:off x="397954" y="2013083"/>
                <a:ext cx="3131027" cy="910377"/>
              </a:xfrm>
              <a:prstGeom prst="rect">
                <a:avLst/>
              </a:prstGeom>
              <a:ln w="28575">
                <a:solidFill>
                  <a:srgbClr val="5C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5C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5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5C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solidFill>
                                <a:srgbClr val="5C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5C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5C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C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FEC76AA-7764-4F59-9D00-C74DB83A0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54" y="2013083"/>
                <a:ext cx="3131027" cy="9103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rgbClr val="5C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2BF4ECD-FFDD-40F6-83E4-28B23CD9911A}"/>
              </a:ext>
            </a:extLst>
          </p:cNvPr>
          <p:cNvCxnSpPr/>
          <p:nvPr/>
        </p:nvCxnSpPr>
        <p:spPr>
          <a:xfrm>
            <a:off x="5685972" y="2387157"/>
            <a:ext cx="385867" cy="121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3F2314-E422-4B42-9AC3-1A91DDB6C90B}"/>
              </a:ext>
            </a:extLst>
          </p:cNvPr>
          <p:cNvCxnSpPr>
            <a:stCxn id="41" idx="1"/>
          </p:cNvCxnSpPr>
          <p:nvPr/>
        </p:nvCxnSpPr>
        <p:spPr>
          <a:xfrm flipH="1" flipV="1">
            <a:off x="6718610" y="2581507"/>
            <a:ext cx="274549" cy="67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59E0D-8A64-48EC-8B5F-E33F6A78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53ACE-6975-42B6-9E7F-2B9C05093D6E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7CF9-AA5D-468F-8320-F0092FAF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9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25CBB1-D89B-408A-8D67-E5844872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equation / Ph</a:t>
            </a:r>
            <a:r>
              <a:rPr lang="vi-VN"/>
              <a:t>ư</a:t>
            </a:r>
            <a:r>
              <a:rPr lang="en-US" err="1"/>
              <a:t>ơng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học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81B3FB-2926-4439-92EF-1A5B44F218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A40C7A-FE6A-4916-845D-DDDA716FF7A8}"/>
              </a:ext>
            </a:extLst>
          </p:cNvPr>
          <p:cNvGrpSpPr/>
          <p:nvPr/>
        </p:nvGrpSpPr>
        <p:grpSpPr>
          <a:xfrm>
            <a:off x="374612" y="779511"/>
            <a:ext cx="2891627" cy="1027829"/>
            <a:chOff x="1223962" y="1344532"/>
            <a:chExt cx="6029325" cy="214312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DC555E2-0006-4A79-AAEF-D58CB11BD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3962" y="1344532"/>
              <a:ext cx="6029325" cy="21431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FF2EED3-426F-4DEB-BCC8-9BDCCFE45DC6}"/>
                    </a:ext>
                  </a:extLst>
                </p:cNvPr>
                <p:cNvSpPr/>
                <p:nvPr/>
              </p:nvSpPr>
              <p:spPr>
                <a:xfrm>
                  <a:off x="2765917" y="2920483"/>
                  <a:ext cx="472584" cy="36933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FF2EED3-426F-4DEB-BCC8-9BDCCFE45D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5917" y="2920483"/>
                  <a:ext cx="472584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48649" b="-10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FEC76AA-7764-4F59-9D00-C74DB83A0CF1}"/>
                  </a:ext>
                </a:extLst>
              </p:cNvPr>
              <p:cNvSpPr txBox="1"/>
              <p:nvPr/>
            </p:nvSpPr>
            <p:spPr>
              <a:xfrm>
                <a:off x="246496" y="2122149"/>
                <a:ext cx="3131027" cy="910377"/>
              </a:xfrm>
              <a:prstGeom prst="rect">
                <a:avLst/>
              </a:prstGeom>
              <a:ln w="28575">
                <a:solidFill>
                  <a:srgbClr val="5C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5C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5C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5C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solidFill>
                                <a:srgbClr val="5C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5C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5C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C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C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FEC76AA-7764-4F59-9D00-C74DB83A0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96" y="2122149"/>
                <a:ext cx="3131027" cy="9103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5C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BEE5D88-E10C-4E02-A225-A8C162BF6E4A}"/>
              </a:ext>
            </a:extLst>
          </p:cNvPr>
          <p:cNvGrpSpPr/>
          <p:nvPr/>
        </p:nvGrpSpPr>
        <p:grpSpPr>
          <a:xfrm>
            <a:off x="4837744" y="914402"/>
            <a:ext cx="4136144" cy="5486376"/>
            <a:chOff x="4408373" y="914402"/>
            <a:chExt cx="3829179" cy="5486376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028E995-F0A7-4695-8717-9FB8C65F7F47}"/>
                </a:ext>
              </a:extLst>
            </p:cNvPr>
            <p:cNvGrpSpPr/>
            <p:nvPr/>
          </p:nvGrpSpPr>
          <p:grpSpPr>
            <a:xfrm>
              <a:off x="4408373" y="914402"/>
              <a:ext cx="3829179" cy="5010388"/>
              <a:chOff x="4646495" y="3139017"/>
              <a:chExt cx="3426402" cy="2895298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2051C5EF-B87E-4CDE-8CFB-DF1C3FA04DC5}"/>
                  </a:ext>
                </a:extLst>
              </p:cNvPr>
              <p:cNvGrpSpPr/>
              <p:nvPr/>
            </p:nvGrpSpPr>
            <p:grpSpPr>
              <a:xfrm>
                <a:off x="4703510" y="3139017"/>
                <a:ext cx="3369387" cy="2895298"/>
                <a:chOff x="5995013" y="4260531"/>
                <a:chExt cx="2124337" cy="2015186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5FB52A23-3C34-4460-9D27-25A1ABFB136D}"/>
                    </a:ext>
                  </a:extLst>
                </p:cNvPr>
                <p:cNvGrpSpPr/>
                <p:nvPr/>
              </p:nvGrpSpPr>
              <p:grpSpPr>
                <a:xfrm>
                  <a:off x="5995013" y="4260531"/>
                  <a:ext cx="2124337" cy="2015186"/>
                  <a:chOff x="314729" y="2352988"/>
                  <a:chExt cx="2273827" cy="2219013"/>
                </a:xfrm>
              </p:grpSpPr>
              <p:cxnSp>
                <p:nvCxnSpPr>
                  <p:cNvPr id="61" name="Straight Arrow Connector 60">
                    <a:extLst>
                      <a:ext uri="{FF2B5EF4-FFF2-40B4-BE49-F238E27FC236}">
                        <a16:creationId xmlns:a16="http://schemas.microsoft.com/office/drawing/2014/main" id="{D51257E3-CF06-45DC-881E-227C53CC2A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88769" y="2529445"/>
                    <a:ext cx="0" cy="204255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Arrow Connector 61">
                    <a:extLst>
                      <a:ext uri="{FF2B5EF4-FFF2-40B4-BE49-F238E27FC236}">
                        <a16:creationId xmlns:a16="http://schemas.microsoft.com/office/drawing/2014/main" id="{C1E74CB8-A998-4726-B9A8-4C72EC0FC3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8769" y="4572000"/>
                    <a:ext cx="1899787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0073C903-2DBE-491F-9524-ABEC24FBF7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21002" y="4367538"/>
                        <a:ext cx="267554" cy="20446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m:oMathPara>
                        </a14:m>
                        <a:endParaRPr lang="en-SG" sz="240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0073C903-2DBE-491F-9524-ABEC24FBF74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21002" y="4367538"/>
                        <a:ext cx="267554" cy="204463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4" name="Rectangle 63">
                        <a:extLst>
                          <a:ext uri="{FF2B5EF4-FFF2-40B4-BE49-F238E27FC236}">
                            <a16:creationId xmlns:a16="http://schemas.microsoft.com/office/drawing/2014/main" id="{341C1BB8-E65E-4011-A8ED-816FDEE9EA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4729" y="2352988"/>
                        <a:ext cx="291754" cy="204463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oMath>
                          </m:oMathPara>
                        </a14:m>
                        <a:endParaRPr lang="en-SG" sz="2400"/>
                      </a:p>
                    </p:txBody>
                  </p:sp>
                </mc:Choice>
                <mc:Fallback xmlns="">
                  <p:sp>
                    <p:nvSpPr>
                      <p:cNvPr id="64" name="Rectangle 63">
                        <a:extLst>
                          <a:ext uri="{FF2B5EF4-FFF2-40B4-BE49-F238E27FC236}">
                            <a16:creationId xmlns:a16="http://schemas.microsoft.com/office/drawing/2014/main" id="{341C1BB8-E65E-4011-A8ED-816FDEE9EA0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4729" y="2352988"/>
                        <a:ext cx="291754" cy="204463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EA1696CF-9155-4959-834F-036BCA56016D}"/>
                    </a:ext>
                  </a:extLst>
                </p:cNvPr>
                <p:cNvSpPr/>
                <p:nvPr/>
              </p:nvSpPr>
              <p:spPr>
                <a:xfrm>
                  <a:off x="6351435" y="4888875"/>
                  <a:ext cx="1413274" cy="1386840"/>
                </a:xfrm>
                <a:custGeom>
                  <a:avLst/>
                  <a:gdLst>
                    <a:gd name="connsiteX0" fmla="*/ 0 w 1413274"/>
                    <a:gd name="connsiteY0" fmla="*/ 0 h 1386840"/>
                    <a:gd name="connsiteX1" fmla="*/ 1386840 w 1413274"/>
                    <a:gd name="connsiteY1" fmla="*/ 251460 h 1386840"/>
                    <a:gd name="connsiteX2" fmla="*/ 906780 w 1413274"/>
                    <a:gd name="connsiteY2" fmla="*/ 1127760 h 1386840"/>
                    <a:gd name="connsiteX3" fmla="*/ 853440 w 1413274"/>
                    <a:gd name="connsiteY3" fmla="*/ 1386840 h 1386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3274" h="1386840">
                      <a:moveTo>
                        <a:pt x="0" y="0"/>
                      </a:moveTo>
                      <a:cubicBezTo>
                        <a:pt x="617855" y="31750"/>
                        <a:pt x="1235710" y="63500"/>
                        <a:pt x="1386840" y="251460"/>
                      </a:cubicBezTo>
                      <a:cubicBezTo>
                        <a:pt x="1537970" y="439420"/>
                        <a:pt x="995680" y="938530"/>
                        <a:pt x="906780" y="1127760"/>
                      </a:cubicBezTo>
                      <a:cubicBezTo>
                        <a:pt x="817880" y="1316990"/>
                        <a:pt x="835660" y="1351915"/>
                        <a:pt x="853440" y="1386840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2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0F1141BB-B458-42BC-A956-36EA1D5CB888}"/>
                      </a:ext>
                    </a:extLst>
                  </p:cNvPr>
                  <p:cNvSpPr/>
                  <p:nvPr/>
                </p:nvSpPr>
                <p:spPr>
                  <a:xfrm>
                    <a:off x="4646495" y="3523855"/>
                    <a:ext cx="528659" cy="266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en-SG" sz="2400"/>
                  </a:p>
                </p:txBody>
              </p:sp>
            </mc:Choice>
            <mc:Fallback xmlns=""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0F1141BB-B458-42BC-A956-36EA1D5CB88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6495" y="3523855"/>
                    <a:ext cx="528659" cy="266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448717D-68F2-4FE1-AFDD-03257FC5F1EF}"/>
                </a:ext>
              </a:extLst>
            </p:cNvPr>
            <p:cNvGrpSpPr/>
            <p:nvPr/>
          </p:nvGrpSpPr>
          <p:grpSpPr>
            <a:xfrm>
              <a:off x="5103859" y="1939117"/>
              <a:ext cx="1502340" cy="3985669"/>
              <a:chOff x="5268826" y="3731158"/>
              <a:chExt cx="1344315" cy="2303155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1658886-F65D-424A-B0C4-448592F229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68826" y="3731158"/>
                <a:ext cx="1344315" cy="230315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406059B-CD4D-4AF3-8BAB-4D3E33CA11C1}"/>
                  </a:ext>
                </a:extLst>
              </p:cNvPr>
              <p:cNvSpPr/>
              <p:nvPr/>
            </p:nvSpPr>
            <p:spPr>
              <a:xfrm>
                <a:off x="6155442" y="3789172"/>
                <a:ext cx="324460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A</a:t>
                </a:r>
                <a:endParaRPr lang="en-SG" sz="2400" i="1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78201BE4-9A83-4B14-9881-AB35E8060AFB}"/>
                  </a:ext>
                </a:extLst>
              </p:cNvPr>
              <p:cNvSpPr/>
              <p:nvPr/>
            </p:nvSpPr>
            <p:spPr>
              <a:xfrm>
                <a:off x="6355022" y="4076713"/>
                <a:ext cx="72000" cy="72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400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A4EAA1A-EBA6-4BD8-BF2C-AE42281EE2F1}"/>
                </a:ext>
              </a:extLst>
            </p:cNvPr>
            <p:cNvGrpSpPr/>
            <p:nvPr/>
          </p:nvGrpSpPr>
          <p:grpSpPr>
            <a:xfrm>
              <a:off x="6263364" y="2394242"/>
              <a:ext cx="1370810" cy="821417"/>
              <a:chOff x="6306370" y="3994154"/>
              <a:chExt cx="1226621" cy="474663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8180E47-AD6C-4903-800F-27E5C78C10DE}"/>
                  </a:ext>
                </a:extLst>
              </p:cNvPr>
              <p:cNvSpPr/>
              <p:nvPr/>
            </p:nvSpPr>
            <p:spPr>
              <a:xfrm>
                <a:off x="7224311" y="3994154"/>
                <a:ext cx="308680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C</a:t>
                </a:r>
                <a:endParaRPr lang="en-SG" sz="2400" i="1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6800C11-C530-4766-BEE1-A8C5324AFDBD}"/>
                  </a:ext>
                </a:extLst>
              </p:cNvPr>
              <p:cNvSpPr/>
              <p:nvPr/>
            </p:nvSpPr>
            <p:spPr>
              <a:xfrm>
                <a:off x="7198904" y="4229074"/>
                <a:ext cx="72000" cy="72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40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B1AA9F3-9E38-4946-AFF4-C1FAB82754F8}"/>
                  </a:ext>
                </a:extLst>
              </p:cNvPr>
              <p:cNvSpPr/>
              <p:nvPr/>
            </p:nvSpPr>
            <p:spPr>
              <a:xfrm>
                <a:off x="6306370" y="4202040"/>
                <a:ext cx="393335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CL</a:t>
                </a:r>
                <a:endParaRPr lang="en-SG" sz="2400" i="1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6F49273-E7D0-4D47-BDA2-211A3BA83AD9}"/>
                </a:ext>
              </a:extLst>
            </p:cNvPr>
            <p:cNvGrpSpPr/>
            <p:nvPr/>
          </p:nvGrpSpPr>
          <p:grpSpPr>
            <a:xfrm>
              <a:off x="4567127" y="1865502"/>
              <a:ext cx="3338324" cy="4535276"/>
              <a:chOff x="4788549" y="3688619"/>
              <a:chExt cx="2987182" cy="2620750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1438658-FEE6-4D57-A7EB-2FA81BF2E8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7797" y="3688619"/>
                <a:ext cx="36670" cy="2348987"/>
              </a:xfrm>
              <a:prstGeom prst="line">
                <a:avLst/>
              </a:prstGeom>
              <a:ln w="28575">
                <a:solidFill>
                  <a:schemeClr val="accent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2FFCA3C-AB2D-4DDD-B5AD-34A9A11929B6}"/>
                  </a:ext>
                </a:extLst>
              </p:cNvPr>
              <p:cNvSpPr/>
              <p:nvPr/>
            </p:nvSpPr>
            <p:spPr>
              <a:xfrm>
                <a:off x="6914611" y="4793044"/>
                <a:ext cx="314418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B</a:t>
                </a:r>
                <a:endParaRPr lang="en-SG" sz="2400" i="1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E74B43B-1F51-4B33-BE3C-1E289C89D1B8}"/>
                  </a:ext>
                </a:extLst>
              </p:cNvPr>
              <p:cNvSpPr/>
              <p:nvPr/>
            </p:nvSpPr>
            <p:spPr>
              <a:xfrm>
                <a:off x="7193603" y="5002048"/>
                <a:ext cx="72000" cy="72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1C2B0D6-9701-41F9-9166-8D0376BC5A2C}"/>
                  </a:ext>
                </a:extLst>
              </p:cNvPr>
              <p:cNvSpPr/>
              <p:nvPr/>
            </p:nvSpPr>
            <p:spPr>
              <a:xfrm>
                <a:off x="4788549" y="5292429"/>
                <a:ext cx="463716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w1</a:t>
                </a:r>
                <a:endParaRPr lang="en-SG" sz="2400" i="1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A9DD335-9989-48F4-8088-1F098C8C320E}"/>
                  </a:ext>
                </a:extLst>
              </p:cNvPr>
              <p:cNvSpPr/>
              <p:nvPr/>
            </p:nvSpPr>
            <p:spPr>
              <a:xfrm>
                <a:off x="4804630" y="5133892"/>
                <a:ext cx="463716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w2</a:t>
                </a:r>
                <a:endParaRPr lang="en-SG" sz="2400" i="1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64D21C-D8E7-4805-8F2A-E801604590F0}"/>
                  </a:ext>
                </a:extLst>
              </p:cNvPr>
              <p:cNvSpPr/>
              <p:nvPr/>
            </p:nvSpPr>
            <p:spPr>
              <a:xfrm>
                <a:off x="7003046" y="6042592"/>
                <a:ext cx="406615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T2</a:t>
                </a:r>
                <a:endParaRPr lang="en-SG" sz="2400" i="1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CE537AE-A414-42D3-8BFF-5A7170B697BC}"/>
                  </a:ext>
                </a:extLst>
              </p:cNvPr>
              <p:cNvSpPr/>
              <p:nvPr/>
            </p:nvSpPr>
            <p:spPr>
              <a:xfrm>
                <a:off x="6665332" y="6037606"/>
                <a:ext cx="406615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T1</a:t>
                </a:r>
                <a:endParaRPr lang="en-SG" sz="2400" i="1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26F074E-A2C3-4BF8-9352-04FCE4F73D30}"/>
                  </a:ext>
                </a:extLst>
              </p:cNvPr>
              <p:cNvSpPr/>
              <p:nvPr/>
            </p:nvSpPr>
            <p:spPr>
              <a:xfrm>
                <a:off x="6778335" y="5074048"/>
                <a:ext cx="277804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E</a:t>
                </a:r>
                <a:endParaRPr lang="en-SG" sz="2400" i="1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9BCC8E9-101C-4990-866F-36968B51BAB0}"/>
                  </a:ext>
                </a:extLst>
              </p:cNvPr>
              <p:cNvSpPr/>
              <p:nvPr/>
            </p:nvSpPr>
            <p:spPr>
              <a:xfrm>
                <a:off x="7337846" y="4747559"/>
                <a:ext cx="277804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F</a:t>
                </a:r>
                <a:endParaRPr lang="en-SG" sz="2400" i="1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6D84ECC-9D17-402F-9CA4-25877BEE5368}"/>
                  </a:ext>
                </a:extLst>
              </p:cNvPr>
              <p:cNvSpPr/>
              <p:nvPr/>
            </p:nvSpPr>
            <p:spPr>
              <a:xfrm>
                <a:off x="7369116" y="6042592"/>
                <a:ext cx="406615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T3</a:t>
                </a:r>
                <a:endParaRPr lang="en-SG" sz="2400" i="1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0984342-00B6-4156-B986-D812910C83B3}"/>
                  </a:ext>
                </a:extLst>
              </p:cNvPr>
              <p:cNvSpPr/>
              <p:nvPr/>
            </p:nvSpPr>
            <p:spPr>
              <a:xfrm>
                <a:off x="6641990" y="5543679"/>
                <a:ext cx="313659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G</a:t>
                </a:r>
                <a:endParaRPr lang="en-SG" sz="2400" i="1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C77F70FF-475F-46F2-A042-96DAA656F2A0}"/>
                  </a:ext>
                </a:extLst>
              </p:cNvPr>
              <p:cNvSpPr/>
              <p:nvPr/>
            </p:nvSpPr>
            <p:spPr>
              <a:xfrm>
                <a:off x="6082696" y="5543679"/>
                <a:ext cx="313659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H</a:t>
                </a:r>
                <a:endParaRPr lang="en-SG" sz="2400" i="1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7BA4A126-2BC9-4754-AA4E-50F547E34BF9}"/>
                </a:ext>
              </a:extLst>
            </p:cNvPr>
            <p:cNvGrpSpPr/>
            <p:nvPr/>
          </p:nvGrpSpPr>
          <p:grpSpPr>
            <a:xfrm>
              <a:off x="5103859" y="4443315"/>
              <a:ext cx="2732252" cy="1481472"/>
              <a:chOff x="5268826" y="5178231"/>
              <a:chExt cx="2444857" cy="856082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D6511C1-413C-49FB-8D38-B24AFE74974C}"/>
                  </a:ext>
                </a:extLst>
              </p:cNvPr>
              <p:cNvSpPr/>
              <p:nvPr/>
            </p:nvSpPr>
            <p:spPr>
              <a:xfrm>
                <a:off x="5268826" y="5178231"/>
                <a:ext cx="2444857" cy="856082"/>
              </a:xfrm>
              <a:custGeom>
                <a:avLst/>
                <a:gdLst>
                  <a:gd name="connsiteX0" fmla="*/ 0 w 3158067"/>
                  <a:gd name="connsiteY0" fmla="*/ 1270000 h 1270000"/>
                  <a:gd name="connsiteX1" fmla="*/ 1092200 w 3158067"/>
                  <a:gd name="connsiteY1" fmla="*/ 651933 h 1270000"/>
                  <a:gd name="connsiteX2" fmla="*/ 3158067 w 3158067"/>
                  <a:gd name="connsiteY2" fmla="*/ 0 h 127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8067" h="1270000">
                    <a:moveTo>
                      <a:pt x="0" y="1270000"/>
                    </a:moveTo>
                    <a:cubicBezTo>
                      <a:pt x="282928" y="1066800"/>
                      <a:pt x="565856" y="863600"/>
                      <a:pt x="1092200" y="651933"/>
                    </a:cubicBezTo>
                    <a:cubicBezTo>
                      <a:pt x="1618545" y="440266"/>
                      <a:pt x="2813756" y="60678"/>
                      <a:pt x="3158067" y="0"/>
                    </a:cubicBezTo>
                  </a:path>
                </a:pathLst>
              </a:custGeom>
              <a:noFill/>
              <a:ln w="2857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40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B566C72D-11B5-4DC8-BCA4-7C5E4233FCEC}"/>
                  </a:ext>
                </a:extLst>
              </p:cNvPr>
              <p:cNvSpPr/>
              <p:nvPr/>
            </p:nvSpPr>
            <p:spPr>
              <a:xfrm>
                <a:off x="6779918" y="5344200"/>
                <a:ext cx="334499" cy="266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/>
                  <a:t>D</a:t>
                </a:r>
                <a:endParaRPr lang="en-SG" sz="2400" i="1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44F9E14-85E3-4383-AB1E-31D3C52F5294}"/>
                  </a:ext>
                </a:extLst>
              </p:cNvPr>
              <p:cNvSpPr/>
              <p:nvPr/>
            </p:nvSpPr>
            <p:spPr>
              <a:xfrm>
                <a:off x="6904705" y="5332219"/>
                <a:ext cx="72000" cy="72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400"/>
              </a:p>
            </p:txBody>
          </p:sp>
        </p:grp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844207C-0ABF-4D29-8880-445AFDCB5B9F}"/>
                </a:ext>
              </a:extLst>
            </p:cNvPr>
            <p:cNvCxnSpPr>
              <a:cxnSpLocks/>
            </p:cNvCxnSpPr>
            <p:nvPr/>
          </p:nvCxnSpPr>
          <p:spPr>
            <a:xfrm>
              <a:off x="5103859" y="2618020"/>
              <a:ext cx="251743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ACAA7E6-A814-4B5E-A584-E8F2BE91AE27}"/>
                </a:ext>
              </a:extLst>
            </p:cNvPr>
            <p:cNvCxnSpPr>
              <a:cxnSpLocks/>
            </p:cNvCxnSpPr>
            <p:nvPr/>
          </p:nvCxnSpPr>
          <p:spPr>
            <a:xfrm>
              <a:off x="5091500" y="4217088"/>
              <a:ext cx="251743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3C97D8A-6D03-41D9-9FD0-5D12D8A83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888" y="2864533"/>
              <a:ext cx="2742223" cy="1060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E6DDB85-2F19-499D-9CBE-5DEE1C050DF2}"/>
                </a:ext>
              </a:extLst>
            </p:cNvPr>
            <p:cNvCxnSpPr>
              <a:cxnSpLocks/>
            </p:cNvCxnSpPr>
            <p:nvPr/>
          </p:nvCxnSpPr>
          <p:spPr>
            <a:xfrm>
              <a:off x="5091500" y="4779717"/>
              <a:ext cx="251743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265D7F-F1BE-4FB4-A876-60CD5F0B6645}"/>
                </a:ext>
              </a:extLst>
            </p:cNvPr>
            <p:cNvCxnSpPr>
              <a:cxnSpLocks/>
            </p:cNvCxnSpPr>
            <p:nvPr/>
          </p:nvCxnSpPr>
          <p:spPr>
            <a:xfrm>
              <a:off x="5091500" y="4646410"/>
              <a:ext cx="251743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15D03F5-BB6E-41BA-9FC6-967803041353}"/>
                </a:ext>
              </a:extLst>
            </p:cNvPr>
            <p:cNvCxnSpPr>
              <a:cxnSpLocks/>
            </p:cNvCxnSpPr>
            <p:nvPr/>
          </p:nvCxnSpPr>
          <p:spPr>
            <a:xfrm>
              <a:off x="5091500" y="3776738"/>
              <a:ext cx="251743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5A92186-A553-40BC-8FFA-9CE98FA36C2A}"/>
                </a:ext>
              </a:extLst>
            </p:cNvPr>
            <p:cNvCxnSpPr>
              <a:cxnSpLocks/>
            </p:cNvCxnSpPr>
            <p:nvPr/>
          </p:nvCxnSpPr>
          <p:spPr>
            <a:xfrm>
              <a:off x="5091500" y="5148060"/>
              <a:ext cx="251743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D6BFB699-C554-41AB-B9A6-3D16CBA6223D}"/>
              </a:ext>
            </a:extLst>
          </p:cNvPr>
          <p:cNvSpPr txBox="1"/>
          <p:nvPr/>
        </p:nvSpPr>
        <p:spPr>
          <a:xfrm>
            <a:off x="599483" y="3864897"/>
            <a:ext cx="40392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5C0000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How is the stability of points A, B, C, D?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5C0000"/>
              </a:solidFill>
              <a:effectLst/>
              <a:uLnTx/>
              <a:uFillTx/>
              <a:latin typeface="Bahnschrift SemiLigh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43271B-CAE4-4DD3-A108-3113C95D69D2}"/>
              </a:ext>
            </a:extLst>
          </p:cNvPr>
          <p:cNvCxnSpPr/>
          <p:nvPr/>
        </p:nvCxnSpPr>
        <p:spPr>
          <a:xfrm>
            <a:off x="7688422" y="4640937"/>
            <a:ext cx="0" cy="1267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C38CD62-08D0-4B2D-98E1-E1FD0F18C353}"/>
              </a:ext>
            </a:extLst>
          </p:cNvPr>
          <p:cNvCxnSpPr>
            <a:cxnSpLocks/>
          </p:cNvCxnSpPr>
          <p:nvPr/>
        </p:nvCxnSpPr>
        <p:spPr>
          <a:xfrm>
            <a:off x="8173267" y="3776738"/>
            <a:ext cx="0" cy="2148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7AC491-41F0-4ABF-A7CC-94C3BE167DCF}"/>
              </a:ext>
            </a:extLst>
          </p:cNvPr>
          <p:cNvCxnSpPr/>
          <p:nvPr/>
        </p:nvCxnSpPr>
        <p:spPr>
          <a:xfrm flipV="1">
            <a:off x="8403167" y="3268133"/>
            <a:ext cx="198966" cy="344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F61F445-4F0C-4E26-B22E-B4A3E6331EC9}"/>
              </a:ext>
            </a:extLst>
          </p:cNvPr>
          <p:cNvCxnSpPr>
            <a:cxnSpLocks/>
          </p:cNvCxnSpPr>
          <p:nvPr/>
        </p:nvCxnSpPr>
        <p:spPr>
          <a:xfrm flipH="1">
            <a:off x="7313727" y="4552330"/>
            <a:ext cx="156691" cy="213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5F13A-B701-4CD2-9BF3-5DC26B2D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0788F-D7F3-4F42-ABF5-ACF15DADF710}" type="datetime1">
              <a:rPr lang="en-US" smtClean="0"/>
              <a:t>4/1/2022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A54BC-D78B-48AA-9138-71C48F39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6C218-4B8E-4CA2-A06E-EED1F14F2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Referring Moment of inertia (</a:t>
            </a:r>
            <a:r>
              <a:rPr lang="en-US" sz="2400" err="1"/>
              <a:t>quy</a:t>
            </a:r>
            <a:r>
              <a:rPr lang="en-US" sz="2400"/>
              <a:t> </a:t>
            </a:r>
            <a:r>
              <a:rPr lang="en-US" sz="2400" err="1"/>
              <a:t>đổi</a:t>
            </a:r>
            <a:r>
              <a:rPr lang="en-US" sz="2400"/>
              <a:t> </a:t>
            </a:r>
            <a:r>
              <a:rPr lang="en-US" sz="2400" err="1"/>
              <a:t>mô</a:t>
            </a:r>
            <a:r>
              <a:rPr lang="en-US" sz="2400"/>
              <a:t>-men </a:t>
            </a:r>
            <a:r>
              <a:rPr lang="en-US" sz="2400" err="1"/>
              <a:t>quán</a:t>
            </a:r>
            <a:r>
              <a:rPr lang="en-US" sz="2400"/>
              <a:t> tính)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1AC092-D7EC-42EA-BF9A-1F77222FDED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3245372"/>
                <a:ext cx="8674100" cy="2991939"/>
              </a:xfrm>
            </p:spPr>
            <p:txBody>
              <a:bodyPr/>
              <a:lstStyle/>
              <a:p>
                <a:r>
                  <a:rPr lang="en-US" sz="2400"/>
                  <a:t>Referred torque to motor shaft / </a:t>
                </a:r>
                <a:r>
                  <a:rPr lang="en-US" sz="2400" err="1"/>
                  <a:t>mô</a:t>
                </a:r>
                <a:r>
                  <a:rPr lang="en-US" sz="2400"/>
                  <a:t>-men </a:t>
                </a:r>
                <a:r>
                  <a:rPr lang="en-US" sz="2400" err="1"/>
                  <a:t>quy</a:t>
                </a:r>
                <a:r>
                  <a:rPr lang="en-US" sz="2400"/>
                  <a:t> </a:t>
                </a:r>
                <a:r>
                  <a:rPr lang="en-US" sz="2400" err="1"/>
                  <a:t>đổi</a:t>
                </a:r>
                <a:r>
                  <a:rPr lang="en-US" sz="2400"/>
                  <a:t> </a:t>
                </a:r>
                <a:r>
                  <a:rPr lang="en-US" sz="2400" err="1"/>
                  <a:t>về</a:t>
                </a:r>
                <a:r>
                  <a:rPr lang="en-US" sz="2400"/>
                  <a:t> </a:t>
                </a:r>
                <a:r>
                  <a:rPr lang="en-US" sz="2400" err="1"/>
                  <a:t>đầu</a:t>
                </a:r>
                <a:r>
                  <a:rPr lang="en-US" sz="2400"/>
                  <a:t> </a:t>
                </a:r>
                <a:r>
                  <a:rPr lang="en-US" sz="2400" err="1"/>
                  <a:t>trục</a:t>
                </a:r>
                <a:r>
                  <a:rPr lang="en-US" sz="2400"/>
                  <a:t> </a:t>
                </a:r>
                <a:r>
                  <a:rPr lang="en-US" sz="2400" err="1"/>
                  <a:t>động</a:t>
                </a:r>
                <a:r>
                  <a:rPr lang="en-US" sz="2400"/>
                  <a:t> c</a:t>
                </a:r>
                <a:r>
                  <a:rPr lang="vi-VN" sz="2400"/>
                  <a:t>ơ</a:t>
                </a:r>
                <a:endParaRPr lang="en-US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    [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𝑁𝑚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/>
              </a:p>
              <a:p>
                <a:pPr>
                  <a:spcBef>
                    <a:spcPts val="1800"/>
                  </a:spcBef>
                </a:pPr>
                <a:r>
                  <a:rPr lang="en-US" sz="2400"/>
                  <a:t>Referred moment of inertia to motor shaft / </a:t>
                </a:r>
                <a:r>
                  <a:rPr lang="en-US" sz="2400" err="1"/>
                  <a:t>mô</a:t>
                </a:r>
                <a:r>
                  <a:rPr lang="en-US" sz="2400"/>
                  <a:t>-men </a:t>
                </a:r>
                <a:r>
                  <a:rPr lang="en-US" sz="2400" err="1"/>
                  <a:t>quán</a:t>
                </a:r>
                <a:r>
                  <a:rPr lang="en-US" sz="2400"/>
                  <a:t> tính </a:t>
                </a:r>
                <a:r>
                  <a:rPr lang="en-US" sz="2400" err="1"/>
                  <a:t>quy</a:t>
                </a:r>
                <a:r>
                  <a:rPr lang="en-US" sz="2400"/>
                  <a:t> </a:t>
                </a:r>
                <a:r>
                  <a:rPr lang="en-US" sz="2400" err="1"/>
                  <a:t>đổi</a:t>
                </a:r>
                <a:r>
                  <a:rPr lang="en-US" sz="2400"/>
                  <a:t> </a:t>
                </a:r>
                <a:r>
                  <a:rPr lang="en-US" sz="2400" err="1"/>
                  <a:t>về</a:t>
                </a:r>
                <a:r>
                  <a:rPr lang="en-US" sz="2400"/>
                  <a:t> </a:t>
                </a:r>
                <a:r>
                  <a:rPr lang="en-US" sz="2400" err="1"/>
                  <a:t>đầu</a:t>
                </a:r>
                <a:r>
                  <a:rPr lang="en-US" sz="2400"/>
                  <a:t> </a:t>
                </a:r>
                <a:r>
                  <a:rPr lang="en-US" sz="2400" err="1"/>
                  <a:t>trục</a:t>
                </a:r>
                <a:r>
                  <a:rPr lang="en-US" sz="2400"/>
                  <a:t> </a:t>
                </a:r>
                <a:r>
                  <a:rPr lang="en-US" sz="2400" err="1"/>
                  <a:t>động</a:t>
                </a:r>
                <a:r>
                  <a:rPr lang="en-US" sz="2400"/>
                  <a:t> c</a:t>
                </a:r>
                <a:r>
                  <a:rPr lang="vi-VN" sz="2400"/>
                  <a:t>ơ</a:t>
                </a:r>
                <a:endParaRPr lang="en-US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      [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1AC092-D7EC-42EA-BF9A-1F77222FD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3245372"/>
                <a:ext cx="8674100" cy="2991939"/>
              </a:xfrm>
              <a:blipFill>
                <a:blip r:embed="rId2"/>
                <a:stretch>
                  <a:fillRect l="-985" t="-2648" r="-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A2F495F-04E8-41D7-A86F-52F32AECF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1878"/>
            <a:ext cx="6473648" cy="2252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5877E5-15D1-4C31-B4F1-CA3C5B28AD6B}"/>
              </a:ext>
            </a:extLst>
          </p:cNvPr>
          <p:cNvSpPr txBox="1"/>
          <p:nvPr/>
        </p:nvSpPr>
        <p:spPr>
          <a:xfrm>
            <a:off x="175933" y="934158"/>
            <a:ext cx="24400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5C0000"/>
                </a:solidFill>
                <a:latin typeface="Bahnschrift" panose="020B0502040204020203" pitchFamily="34" charset="0"/>
              </a:rPr>
              <a:t>Transmission </a:t>
            </a:r>
          </a:p>
          <a:p>
            <a:r>
              <a:rPr lang="en-US" sz="2800">
                <a:solidFill>
                  <a:srgbClr val="5C0000"/>
                </a:solidFill>
                <a:latin typeface="Bahnschrift" panose="020B0502040204020203" pitchFamily="34" charset="0"/>
              </a:rPr>
              <a:t>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EA6FAD6-6BFB-4A67-A42F-9E3E08E96032}"/>
                  </a:ext>
                </a:extLst>
              </p:cNvPr>
              <p:cNvSpPr/>
              <p:nvPr/>
            </p:nvSpPr>
            <p:spPr>
              <a:xfrm>
                <a:off x="859523" y="2432050"/>
                <a:ext cx="850900" cy="3111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EA6FAD6-6BFB-4A67-A42F-9E3E08E960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23" y="2432050"/>
                <a:ext cx="850900" cy="311150"/>
              </a:xfrm>
              <a:prstGeom prst="rect">
                <a:avLst/>
              </a:prstGeom>
              <a:blipFill>
                <a:blip r:embed="rId4"/>
                <a:stretch>
                  <a:fillRect l="-3571" b="-254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B21AD9-54E4-4E33-8A10-2C503D4C7095}"/>
                  </a:ext>
                </a:extLst>
              </p:cNvPr>
              <p:cNvSpPr/>
              <p:nvPr/>
            </p:nvSpPr>
            <p:spPr>
              <a:xfrm>
                <a:off x="1710423" y="2190335"/>
                <a:ext cx="850900" cy="3111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B21AD9-54E4-4E33-8A10-2C503D4C7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423" y="2190335"/>
                <a:ext cx="850900" cy="311150"/>
              </a:xfrm>
              <a:prstGeom prst="rect">
                <a:avLst/>
              </a:prstGeom>
              <a:blipFill>
                <a:blip r:embed="rId5"/>
                <a:stretch>
                  <a:fillRect b="-156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DC4CFD-F0F9-49BE-9459-C1BDA7AB6BE2}"/>
                  </a:ext>
                </a:extLst>
              </p:cNvPr>
              <p:cNvSpPr txBox="1"/>
              <p:nvPr/>
            </p:nvSpPr>
            <p:spPr>
              <a:xfrm>
                <a:off x="6649581" y="711875"/>
                <a:ext cx="2388542" cy="2090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rgbClr val="002060"/>
                    </a:solidFill>
                  </a:rPr>
                  <a:t> : Load torque</a:t>
                </a:r>
              </a:p>
              <a:p>
                <a:pPr marL="404813" indent="-404813"/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600">
                    <a:solidFill>
                      <a:srgbClr val="002060"/>
                    </a:solidFill>
                  </a:rPr>
                  <a:t> : Referred torque to motor shaft</a:t>
                </a:r>
              </a:p>
              <a:p>
                <a:pPr marL="404813" indent="-404813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rgbClr val="002060"/>
                    </a:solidFill>
                  </a:rPr>
                  <a:t> : gear ratios of gear k</a:t>
                </a:r>
                <a:r>
                  <a:rPr lang="en-US" sz="1600" baseline="30000">
                    <a:solidFill>
                      <a:srgbClr val="002060"/>
                    </a:solidFill>
                  </a:rPr>
                  <a:t>th</a:t>
                </a:r>
              </a:p>
              <a:p>
                <a:pPr marL="404813" indent="-404813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rgbClr val="002060"/>
                    </a:solidFill>
                  </a:rPr>
                  <a:t> : moment of inertia at shaft k</a:t>
                </a:r>
                <a:r>
                  <a:rPr lang="en-US" sz="1600" baseline="30000">
                    <a:solidFill>
                      <a:srgbClr val="002060"/>
                    </a:solidFill>
                  </a:rPr>
                  <a:t>th</a:t>
                </a:r>
              </a:p>
              <a:p>
                <a:pPr marL="404813" indent="-404813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rgbClr val="002060"/>
                    </a:solidFill>
                  </a:rPr>
                  <a:t> : speed of shaft k</a:t>
                </a:r>
                <a:r>
                  <a:rPr lang="en-US" sz="1600" baseline="30000">
                    <a:solidFill>
                      <a:srgbClr val="002060"/>
                    </a:solidFill>
                  </a:rPr>
                  <a:t>th</a:t>
                </a:r>
              </a:p>
              <a:p>
                <a:pPr marL="404813" indent="-404813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rgbClr val="002060"/>
                    </a:solidFill>
                  </a:rPr>
                  <a:t> : efficiency of gear k</a:t>
                </a:r>
                <a:r>
                  <a:rPr lang="en-US" sz="1600" baseline="30000">
                    <a:solidFill>
                      <a:srgbClr val="002060"/>
                    </a:solidFill>
                  </a:rPr>
                  <a:t>th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DC4CFD-F0F9-49BE-9459-C1BDA7AB6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581" y="711875"/>
                <a:ext cx="2388542" cy="2090572"/>
              </a:xfrm>
              <a:prstGeom prst="rect">
                <a:avLst/>
              </a:prstGeom>
              <a:blipFill>
                <a:blip r:embed="rId6"/>
                <a:stretch>
                  <a:fillRect t="-1166" r="-2041" b="-12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4E776-7ABE-4496-805E-12FE0A9E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87CE-F04B-4532-BEF3-045B25F9C358}" type="datetime1">
              <a:rPr lang="en-US" smtClean="0"/>
              <a:t>4/1/2022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04DEED-594B-42B0-83A6-F7B0906D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27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6C218-4B8E-4CA2-A06E-EED1F14F2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Referring Moment of inertia (</a:t>
            </a:r>
            <a:r>
              <a:rPr lang="en-US" sz="2400" err="1"/>
              <a:t>quy</a:t>
            </a:r>
            <a:r>
              <a:rPr lang="en-US" sz="2400"/>
              <a:t> </a:t>
            </a:r>
            <a:r>
              <a:rPr lang="en-US" sz="2400" err="1"/>
              <a:t>đổi</a:t>
            </a:r>
            <a:r>
              <a:rPr lang="en-US" sz="2400"/>
              <a:t> </a:t>
            </a:r>
            <a:r>
              <a:rPr lang="en-US" sz="2400" err="1"/>
              <a:t>mô</a:t>
            </a:r>
            <a:r>
              <a:rPr lang="en-US" sz="2400"/>
              <a:t>-men </a:t>
            </a:r>
            <a:r>
              <a:rPr lang="en-US" sz="2400" err="1"/>
              <a:t>quán</a:t>
            </a:r>
            <a:r>
              <a:rPr lang="en-US" sz="2400"/>
              <a:t> tính)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1AC092-D7EC-42EA-BF9A-1F77222FDED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234952" y="3158906"/>
                <a:ext cx="8674100" cy="3078405"/>
              </a:xfrm>
            </p:spPr>
            <p:txBody>
              <a:bodyPr/>
              <a:lstStyle/>
              <a:p>
                <a:r>
                  <a:rPr lang="en-US" sz="2400"/>
                  <a:t>Referred torque to motor shaft / </a:t>
                </a:r>
                <a:r>
                  <a:rPr lang="en-US" sz="2400" err="1"/>
                  <a:t>mô</a:t>
                </a:r>
                <a:r>
                  <a:rPr lang="en-US" sz="2400"/>
                  <a:t>-men </a:t>
                </a:r>
                <a:r>
                  <a:rPr lang="en-US" sz="2400" err="1"/>
                  <a:t>quy</a:t>
                </a:r>
                <a:r>
                  <a:rPr lang="en-US" sz="2400"/>
                  <a:t> </a:t>
                </a:r>
                <a:r>
                  <a:rPr lang="en-US" sz="2400" err="1"/>
                  <a:t>đổi</a:t>
                </a:r>
                <a:r>
                  <a:rPr lang="en-US" sz="2400"/>
                  <a:t> </a:t>
                </a:r>
                <a:r>
                  <a:rPr lang="en-US" sz="2400" err="1"/>
                  <a:t>về</a:t>
                </a:r>
                <a:r>
                  <a:rPr lang="en-US" sz="2400"/>
                  <a:t> </a:t>
                </a:r>
                <a:r>
                  <a:rPr lang="en-US" sz="2400" err="1"/>
                  <a:t>đầu</a:t>
                </a:r>
                <a:r>
                  <a:rPr lang="en-US" sz="2400"/>
                  <a:t> </a:t>
                </a:r>
                <a:r>
                  <a:rPr lang="en-US" sz="2400" err="1"/>
                  <a:t>trục</a:t>
                </a:r>
                <a:r>
                  <a:rPr lang="en-US" sz="2400"/>
                  <a:t> </a:t>
                </a:r>
                <a:r>
                  <a:rPr lang="en-US" sz="2400" err="1"/>
                  <a:t>động</a:t>
                </a:r>
                <a:r>
                  <a:rPr lang="en-US" sz="2400"/>
                  <a:t> c</a:t>
                </a:r>
                <a:r>
                  <a:rPr lang="vi-VN" sz="2400"/>
                  <a:t>ơ</a:t>
                </a:r>
                <a:endParaRPr lang="en-US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     [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𝑁𝑚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/>
              </a:p>
              <a:p>
                <a:r>
                  <a:rPr lang="en-US" sz="2400"/>
                  <a:t>Referred moment of inertia to motor shaft / </a:t>
                </a:r>
                <a:r>
                  <a:rPr lang="en-US" sz="2400" err="1"/>
                  <a:t>mô</a:t>
                </a:r>
                <a:r>
                  <a:rPr lang="en-US" sz="2400"/>
                  <a:t>-men </a:t>
                </a:r>
                <a:r>
                  <a:rPr lang="en-US" sz="2400" err="1"/>
                  <a:t>quán</a:t>
                </a:r>
                <a:r>
                  <a:rPr lang="en-US" sz="2400"/>
                  <a:t> tính </a:t>
                </a:r>
                <a:r>
                  <a:rPr lang="en-US" sz="2400" err="1"/>
                  <a:t>quy</a:t>
                </a:r>
                <a:r>
                  <a:rPr lang="en-US" sz="2400"/>
                  <a:t> </a:t>
                </a:r>
                <a:r>
                  <a:rPr lang="en-US" sz="2400" err="1"/>
                  <a:t>đổi</a:t>
                </a:r>
                <a:r>
                  <a:rPr lang="en-US" sz="2400"/>
                  <a:t> </a:t>
                </a:r>
                <a:r>
                  <a:rPr lang="en-US" sz="2400" err="1"/>
                  <a:t>về</a:t>
                </a:r>
                <a:r>
                  <a:rPr lang="en-US" sz="2400"/>
                  <a:t> </a:t>
                </a:r>
                <a:r>
                  <a:rPr lang="en-US" sz="2400" err="1"/>
                  <a:t>đầu</a:t>
                </a:r>
                <a:r>
                  <a:rPr lang="en-US" sz="2400"/>
                  <a:t> </a:t>
                </a:r>
                <a:r>
                  <a:rPr lang="en-US" sz="2400" err="1"/>
                  <a:t>trục</a:t>
                </a:r>
                <a:r>
                  <a:rPr lang="en-US" sz="2400"/>
                  <a:t> </a:t>
                </a:r>
                <a:r>
                  <a:rPr lang="en-US" sz="2400" err="1"/>
                  <a:t>động</a:t>
                </a:r>
                <a:r>
                  <a:rPr lang="en-US" sz="2400"/>
                  <a:t> c</a:t>
                </a:r>
                <a:r>
                  <a:rPr lang="vi-VN" sz="2400"/>
                  <a:t>ơ</a:t>
                </a:r>
                <a:endParaRPr lang="en-US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40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     [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1AC092-D7EC-42EA-BF9A-1F77222FD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234952" y="3158906"/>
                <a:ext cx="8674100" cy="3078405"/>
              </a:xfrm>
              <a:blipFill>
                <a:blip r:embed="rId2"/>
                <a:stretch>
                  <a:fillRect l="-985" t="-2574" r="-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65877E5-15D1-4C31-B4F1-CA3C5B28AD6B}"/>
              </a:ext>
            </a:extLst>
          </p:cNvPr>
          <p:cNvSpPr txBox="1"/>
          <p:nvPr/>
        </p:nvSpPr>
        <p:spPr>
          <a:xfrm>
            <a:off x="380999" y="1706133"/>
            <a:ext cx="24400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5C0000"/>
                </a:solidFill>
                <a:latin typeface="Bahnschrift" panose="020B0502040204020203" pitchFamily="34" charset="0"/>
              </a:rPr>
              <a:t>Transmission </a:t>
            </a:r>
          </a:p>
          <a:p>
            <a:r>
              <a:rPr lang="en-US" sz="2800">
                <a:solidFill>
                  <a:srgbClr val="5C0000"/>
                </a:solidFill>
                <a:latin typeface="Bahnschrift" panose="020B0502040204020203" pitchFamily="34" charset="0"/>
              </a:rPr>
              <a:t>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DC4CFD-F0F9-49BE-9459-C1BDA7AB6BE2}"/>
                  </a:ext>
                </a:extLst>
              </p:cNvPr>
              <p:cNvSpPr txBox="1"/>
              <p:nvPr/>
            </p:nvSpPr>
            <p:spPr>
              <a:xfrm>
                <a:off x="5737412" y="967469"/>
                <a:ext cx="330071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 : Load torque</a:t>
                </a:r>
              </a:p>
              <a:p>
                <a:pPr marL="404813" indent="-404813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 : velocity of load</a:t>
                </a:r>
              </a:p>
              <a:p>
                <a:pPr marL="404813" indent="-40481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 : rotation speed of motor</a:t>
                </a:r>
              </a:p>
              <a:p>
                <a:pPr marL="404813" indent="-404813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: weight of load</a:t>
                </a:r>
                <a:endParaRPr lang="en-US" baseline="30000">
                  <a:solidFill>
                    <a:srgbClr val="002060"/>
                  </a:solidFill>
                </a:endParaRPr>
              </a:p>
              <a:p>
                <a:pPr marL="404813" indent="-40481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: resisting force of load</a:t>
                </a:r>
                <a:endParaRPr lang="en-US" baseline="30000">
                  <a:solidFill>
                    <a:srgbClr val="002060"/>
                  </a:solidFill>
                </a:endParaRPr>
              </a:p>
              <a:p>
                <a:pPr marL="404813" indent="-404813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: efficiency of transmission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DC4CFD-F0F9-49BE-9459-C1BDA7AB6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412" y="967469"/>
                <a:ext cx="3300711" cy="1754326"/>
              </a:xfrm>
              <a:prstGeom prst="rect">
                <a:avLst/>
              </a:prstGeom>
              <a:blipFill>
                <a:blip r:embed="rId3"/>
                <a:stretch>
                  <a:fillRect t="-1742" b="-5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42E9D61-FEFE-411A-A457-A58D8BCF1AA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008" y="638073"/>
            <a:ext cx="4224185" cy="24495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C742A-7089-4E33-831A-5E5FA3D8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BCC-AC1B-49A4-98DC-4E144C1CE468}" type="datetime1">
              <a:rPr lang="en-US" smtClean="0"/>
              <a:t>4/1/2022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9CA52-C8BA-4EEA-AC76-F8DE577F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63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6C218-4B8E-4CA2-A06E-EED1F14F2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0EAAF38-D7F9-458F-978D-9ADBE9F88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>
                <a:solidFill>
                  <a:srgbClr val="002060"/>
                </a:solidFill>
                <a:latin typeface="+mn-lt"/>
              </a:rPr>
              <a:t>Cho băng tải chạy tốc độ ổn định 1 m/s, l</a:t>
            </a:r>
            <a:r>
              <a:rPr lang="vi-VN">
                <a:solidFill>
                  <a:srgbClr val="002060"/>
                </a:solidFill>
                <a:latin typeface="+mn-lt"/>
              </a:rPr>
              <a:t>ư</a:t>
            </a:r>
            <a:r>
              <a:rPr lang="en-US">
                <a:solidFill>
                  <a:srgbClr val="002060"/>
                </a:solidFill>
                <a:latin typeface="+mn-lt"/>
              </a:rPr>
              <a:t>u lượng vận tải 50 tấn/h. Biết chiều dài băng là 180 m; tốc độ quay của động c</a:t>
            </a:r>
            <a:r>
              <a:rPr lang="vi-VN">
                <a:solidFill>
                  <a:srgbClr val="002060"/>
                </a:solidFill>
                <a:latin typeface="+mn-lt"/>
              </a:rPr>
              <a:t>ơ</a:t>
            </a:r>
            <a:r>
              <a:rPr lang="en-US">
                <a:solidFill>
                  <a:srgbClr val="002060"/>
                </a:solidFill>
                <a:latin typeface="+mn-lt"/>
              </a:rPr>
              <a:t> là 960 vòng/phút. Hãy: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lphaLcParenR"/>
            </a:pPr>
            <a:r>
              <a:rPr lang="en-US">
                <a:solidFill>
                  <a:srgbClr val="002060"/>
                </a:solidFill>
                <a:latin typeface="+mn-lt"/>
              </a:rPr>
              <a:t>Tính mô men quán tính quy đổi về đầu trục động c</a:t>
            </a:r>
            <a:r>
              <a:rPr lang="vi-VN">
                <a:solidFill>
                  <a:srgbClr val="002060"/>
                </a:solidFill>
                <a:latin typeface="+mn-lt"/>
              </a:rPr>
              <a:t>ơ</a:t>
            </a:r>
            <a:endParaRPr lang="en-US">
              <a:solidFill>
                <a:srgbClr val="002060"/>
              </a:solidFill>
              <a:latin typeface="+mn-lt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lphaLcParenR"/>
            </a:pPr>
            <a:r>
              <a:rPr lang="en-US">
                <a:solidFill>
                  <a:srgbClr val="002060"/>
                </a:solidFill>
                <a:latin typeface="+mn-lt"/>
              </a:rPr>
              <a:t>Tính mô men hãm cần thiết để dừng băng với gia tốc không đổi sau 10s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lphaLcParenR"/>
            </a:pPr>
            <a:endParaRPr lang="en-US">
              <a:solidFill>
                <a:srgbClr val="002060"/>
              </a:solidFill>
              <a:latin typeface="+mn-lt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lphaLcParenR"/>
            </a:pPr>
            <a:endParaRPr lang="en-US">
              <a:solidFill>
                <a:srgbClr val="002060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solidFill>
                  <a:srgbClr val="002060"/>
                </a:solidFill>
                <a:latin typeface="+mn-lt"/>
              </a:rPr>
              <a:t>Đáp án: (a) 0.25 kg.m</a:t>
            </a:r>
            <a:r>
              <a:rPr lang="en-US" baseline="30000">
                <a:solidFill>
                  <a:srgbClr val="002060"/>
                </a:solidFill>
                <a:latin typeface="+mn-lt"/>
              </a:rPr>
              <a:t>2      </a:t>
            </a:r>
            <a:r>
              <a:rPr lang="en-US">
                <a:solidFill>
                  <a:srgbClr val="002060"/>
                </a:solidFill>
                <a:latin typeface="+mn-lt"/>
              </a:rPr>
              <a:t>(b) 246.2 Nm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1E24E-E25A-479A-B8CA-202CB292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B6D39-CFA0-417C-B5DE-F85B01D9CCC2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301B-ECC6-4515-AA7C-5894303B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22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8C1137-1F3F-4F42-943F-012EB3F9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DAFB6-40E1-497C-AF2E-9251DA5A3A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0B763-8ACA-4927-9954-1ACC087F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5FA0-2DB8-49D9-9321-6E8E0ADD35DB}" type="datetime1">
              <a:rPr lang="en-US" smtClean="0"/>
              <a:t>4/1/2022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8431A-6300-4D1E-8463-2E32A0C8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20493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_Theme" id="{C5018719-CCA5-4EBD-BDD5-7DB0676CB327}" vid="{CC0204E7-7A8E-4912-9DA5-645593F14530}"/>
    </a:ext>
  </a:extLst>
</a:theme>
</file>

<file path=ppt/theme/theme2.xml><?xml version="1.0" encoding="utf-8"?>
<a:theme xmlns:a="http://schemas.openxmlformats.org/drawingml/2006/main" name="HUST_Blue_3x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_Font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Blue_3x4" id="{E9C3FC82-82D2-4AAD-BD92-7992C598749A}" vid="{D3A53013-773D-40F3-A96D-6AF0BB3DF18E}"/>
    </a:ext>
  </a:extLst>
</a:theme>
</file>

<file path=ppt/theme/theme3.xml><?xml version="1.0" encoding="utf-8"?>
<a:theme xmlns:a="http://schemas.openxmlformats.org/drawingml/2006/main" name="HUST_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Blue" id="{33F2556D-02B0-4E68-89CF-8B61F113F686}" vid="{C3470F3B-A8C9-4587-A5BF-ED00CFD4889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C02AFE1E61A641A641F83E96467DF8" ma:contentTypeVersion="3" ma:contentTypeDescription="Create a new document." ma:contentTypeScope="" ma:versionID="59995b1e6055044dc04512afb84bf6ca">
  <xsd:schema xmlns:xsd="http://www.w3.org/2001/XMLSchema" xmlns:xs="http://www.w3.org/2001/XMLSchema" xmlns:p="http://schemas.microsoft.com/office/2006/metadata/properties" xmlns:ns2="32db70e5-13ec-4056-bbc2-9270d8b70a01" targetNamespace="http://schemas.microsoft.com/office/2006/metadata/properties" ma:root="true" ma:fieldsID="5852e02f251d440f38c5578580b78c76" ns2:_="">
    <xsd:import namespace="32db70e5-13ec-4056-bbc2-9270d8b70a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db70e5-13ec-4056-bbc2-9270d8b70a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577F7E-856A-40FB-B7B3-D7A8FFA2E7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63F23D-8BF8-4242-B5AB-EDABEE63BD93}">
  <ds:schemaRefs>
    <ds:schemaRef ds:uri="4ac55e38-cb84-4e57-9d30-a570d730e789"/>
    <ds:schemaRef ds:uri="8fac9b28-5b19-4fd5-b90e-df464cceef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4EB30A2-5EA5-4F42-B665-2591C18A7BE9}"/>
</file>

<file path=docProps/app.xml><?xml version="1.0" encoding="utf-8"?>
<Properties xmlns="http://schemas.openxmlformats.org/officeDocument/2006/extended-properties" xmlns:vt="http://schemas.openxmlformats.org/officeDocument/2006/docPropsVTypes">
  <Template>Lecture_Theme</Template>
  <TotalTime>139</TotalTime>
  <Words>2892</Words>
  <Application>Microsoft Office PowerPoint</Application>
  <PresentationFormat>On-screen Show (4:3)</PresentationFormat>
  <Paragraphs>549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Asana</vt:lpstr>
      <vt:lpstr>Bahnschrift</vt:lpstr>
      <vt:lpstr>Bahnschrift SemiBold</vt:lpstr>
      <vt:lpstr>Bahnschrift SemiLight</vt:lpstr>
      <vt:lpstr>Calibri</vt:lpstr>
      <vt:lpstr>Cambria Math</vt:lpstr>
      <vt:lpstr>Lato</vt:lpstr>
      <vt:lpstr>Lato Black</vt:lpstr>
      <vt:lpstr>Lecture_Theme</vt:lpstr>
      <vt:lpstr>HUST_Blue_3x4</vt:lpstr>
      <vt:lpstr>HUST_Blue</vt:lpstr>
      <vt:lpstr>EE4332 Design of Electrical  Drive System</vt:lpstr>
      <vt:lpstr>General introduction</vt:lpstr>
      <vt:lpstr>General introduction</vt:lpstr>
      <vt:lpstr>General introduction</vt:lpstr>
      <vt:lpstr>LECTURE 1 General introduction and definition</vt:lpstr>
      <vt:lpstr>Outlines</vt:lpstr>
      <vt:lpstr>Brief History / Lược sử</vt:lpstr>
      <vt:lpstr>Global Electric Motor Market</vt:lpstr>
      <vt:lpstr>Definition / định nghĩa</vt:lpstr>
      <vt:lpstr>Definition / định nghĩa</vt:lpstr>
      <vt:lpstr>Definition / định nghĩa</vt:lpstr>
      <vt:lpstr>Applications / Ứng dụng</vt:lpstr>
      <vt:lpstr>Applications / Ứng dụng</vt:lpstr>
      <vt:lpstr>Applications / Ứng dụng</vt:lpstr>
      <vt:lpstr>Applications / Ứng dụng</vt:lpstr>
      <vt:lpstr>Classifications of ED system</vt:lpstr>
      <vt:lpstr>Classifications of ED system</vt:lpstr>
      <vt:lpstr>Mechanical characteristics</vt:lpstr>
      <vt:lpstr>Mechanical characteristics</vt:lpstr>
      <vt:lpstr>Four quadrants of operation</vt:lpstr>
      <vt:lpstr>Mechanical characteristics of Motors</vt:lpstr>
      <vt:lpstr>Mechanical characteristics of Loads</vt:lpstr>
      <vt:lpstr>Mechanical characteristics of Loads</vt:lpstr>
      <vt:lpstr>Mechanical characteristics of Loads</vt:lpstr>
      <vt:lpstr>Mechanical characteristics of Loads</vt:lpstr>
      <vt:lpstr>Mechanical characteristics of Loads</vt:lpstr>
      <vt:lpstr>Example</vt:lpstr>
      <vt:lpstr>Dynamic equation / Phương trình động học</vt:lpstr>
      <vt:lpstr>Dynamic equation / Phương trình động học</vt:lpstr>
      <vt:lpstr>Dynamic equation / Phương trình động học</vt:lpstr>
      <vt:lpstr>Referring Moment of inertia (quy đổi mô-men quán tính)</vt:lpstr>
      <vt:lpstr>Referring Moment of inertia (quy đổi mô-men quán tính)</vt:lpstr>
      <vt:lpstr>Problems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EE3510 Fundamental of Electric Drives</dc:title>
  <dc:creator>Nguyen Duy Dinh</dc:creator>
  <cp:lastModifiedBy>Nguyen Duy Dinh</cp:lastModifiedBy>
  <cp:revision>2</cp:revision>
  <cp:lastPrinted>2021-09-27T06:51:35Z</cp:lastPrinted>
  <dcterms:created xsi:type="dcterms:W3CDTF">2021-02-21T03:44:53Z</dcterms:created>
  <dcterms:modified xsi:type="dcterms:W3CDTF">2022-04-01T00:15:03Z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0x0101006DC02AFE1E61A641A641F83E96467DF8</vt:lpwstr>
  </property>
</Properties>
</file>