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  <p:sldMasterId id="2147483688" r:id="rId6"/>
  </p:sldMasterIdLst>
  <p:notesMasterIdLst>
    <p:notesMasterId r:id="rId22"/>
  </p:notesMasterIdLst>
  <p:sldIdLst>
    <p:sldId id="256" r:id="rId7"/>
    <p:sldId id="261" r:id="rId8"/>
    <p:sldId id="289" r:id="rId9"/>
    <p:sldId id="257" r:id="rId10"/>
    <p:sldId id="290" r:id="rId11"/>
    <p:sldId id="291" r:id="rId12"/>
    <p:sldId id="292" r:id="rId13"/>
    <p:sldId id="293" r:id="rId14"/>
    <p:sldId id="294" r:id="rId15"/>
    <p:sldId id="299" r:id="rId16"/>
    <p:sldId id="295" r:id="rId17"/>
    <p:sldId id="296" r:id="rId18"/>
    <p:sldId id="297" r:id="rId19"/>
    <p:sldId id="298" r:id="rId20"/>
    <p:sldId id="287" r:id="rId21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5C0000"/>
    <a:srgbClr val="87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16" autoAdjust="0"/>
  </p:normalViewPr>
  <p:slideViewPr>
    <p:cSldViewPr snapToGrid="0">
      <p:cViewPr varScale="1">
        <p:scale>
          <a:sx n="114" d="100"/>
          <a:sy n="114" d="100"/>
        </p:scale>
        <p:origin x="74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Duy Dinh" userId="85d577be-e431-452d-a307-edf6bcf4bedc" providerId="ADAL" clId="{791C287C-92E3-45E1-94CD-8AC5467589B3}"/>
    <pc:docChg chg="undo custSel addSld delSld modSld">
      <pc:chgData name="Nguyen Duy Dinh" userId="85d577be-e431-452d-a307-edf6bcf4bedc" providerId="ADAL" clId="{791C287C-92E3-45E1-94CD-8AC5467589B3}" dt="2022-04-22T07:08:22.485" v="4983" actId="21"/>
      <pc:docMkLst>
        <pc:docMk/>
      </pc:docMkLst>
      <pc:sldChg chg="modSp mod">
        <pc:chgData name="Nguyen Duy Dinh" userId="85d577be-e431-452d-a307-edf6bcf4bedc" providerId="ADAL" clId="{791C287C-92E3-45E1-94CD-8AC5467589B3}" dt="2022-04-21T08:01:42.145" v="157" actId="948"/>
        <pc:sldMkLst>
          <pc:docMk/>
          <pc:sldMk cId="748595989" sldId="257"/>
        </pc:sldMkLst>
        <pc:spChg chg="mod">
          <ac:chgData name="Nguyen Duy Dinh" userId="85d577be-e431-452d-a307-edf6bcf4bedc" providerId="ADAL" clId="{791C287C-92E3-45E1-94CD-8AC5467589B3}" dt="2022-04-21T08:01:42.145" v="157" actId="948"/>
          <ac:spMkLst>
            <pc:docMk/>
            <pc:sldMk cId="748595989" sldId="257"/>
            <ac:spMk id="2" creationId="{831112B6-4B5C-46C9-98A8-076A7CF8AC7F}"/>
          </ac:spMkLst>
        </pc:spChg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4088991197" sldId="262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1491843486" sldId="263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3819441548" sldId="264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3207611899" sldId="265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482990398" sldId="266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310852264" sldId="267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1744353055" sldId="268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2004562528" sldId="269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2305343367" sldId="270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891646048" sldId="271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2584421591" sldId="272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1222268107" sldId="273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2072900676" sldId="274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1425183615" sldId="275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1427783130" sldId="276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1688587378" sldId="277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3886286939" sldId="278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4204680665" sldId="279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1326479751" sldId="280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2312226840" sldId="281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3992294276" sldId="282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3180876688" sldId="283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4121527742" sldId="284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156975341" sldId="285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2237522605" sldId="286"/>
        </pc:sldMkLst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2633963164" sldId="288"/>
        </pc:sldMkLst>
      </pc:sldChg>
      <pc:sldChg chg="modSp mod">
        <pc:chgData name="Nguyen Duy Dinh" userId="85d577be-e431-452d-a307-edf6bcf4bedc" providerId="ADAL" clId="{791C287C-92E3-45E1-94CD-8AC5467589B3}" dt="2022-04-21T07:16:09.463" v="1"/>
        <pc:sldMkLst>
          <pc:docMk/>
          <pc:sldMk cId="3715294999" sldId="289"/>
        </pc:sldMkLst>
        <pc:spChg chg="mod">
          <ac:chgData name="Nguyen Duy Dinh" userId="85d577be-e431-452d-a307-edf6bcf4bedc" providerId="ADAL" clId="{791C287C-92E3-45E1-94CD-8AC5467589B3}" dt="2022-04-21T07:16:09.463" v="1"/>
          <ac:spMkLst>
            <pc:docMk/>
            <pc:sldMk cId="3715294999" sldId="289"/>
            <ac:spMk id="2" creationId="{F4D6AF4C-30C3-491D-A44E-5E4051800C63}"/>
          </ac:spMkLst>
        </pc:spChg>
      </pc:sldChg>
      <pc:sldChg chg="del">
        <pc:chgData name="Nguyen Duy Dinh" userId="85d577be-e431-452d-a307-edf6bcf4bedc" providerId="ADAL" clId="{791C287C-92E3-45E1-94CD-8AC5467589B3}" dt="2022-04-21T07:16:19.198" v="2" actId="47"/>
        <pc:sldMkLst>
          <pc:docMk/>
          <pc:sldMk cId="2623377359" sldId="290"/>
        </pc:sldMkLst>
      </pc:sldChg>
      <pc:sldChg chg="modSp add mod">
        <pc:chgData name="Nguyen Duy Dinh" userId="85d577be-e431-452d-a307-edf6bcf4bedc" providerId="ADAL" clId="{791C287C-92E3-45E1-94CD-8AC5467589B3}" dt="2022-04-21T08:08:35.382" v="548" actId="12"/>
        <pc:sldMkLst>
          <pc:docMk/>
          <pc:sldMk cId="3251435221" sldId="290"/>
        </pc:sldMkLst>
        <pc:spChg chg="mod">
          <ac:chgData name="Nguyen Duy Dinh" userId="85d577be-e431-452d-a307-edf6bcf4bedc" providerId="ADAL" clId="{791C287C-92E3-45E1-94CD-8AC5467589B3}" dt="2022-04-21T08:08:35.382" v="548" actId="12"/>
          <ac:spMkLst>
            <pc:docMk/>
            <pc:sldMk cId="3251435221" sldId="290"/>
            <ac:spMk id="2" creationId="{831112B6-4B5C-46C9-98A8-076A7CF8AC7F}"/>
          </ac:spMkLst>
        </pc:spChg>
        <pc:spChg chg="mod">
          <ac:chgData name="Nguyen Duy Dinh" userId="85d577be-e431-452d-a307-edf6bcf4bedc" providerId="ADAL" clId="{791C287C-92E3-45E1-94CD-8AC5467589B3}" dt="2022-04-21T08:02:06.185" v="195" actId="20577"/>
          <ac:spMkLst>
            <pc:docMk/>
            <pc:sldMk cId="3251435221" sldId="290"/>
            <ac:spMk id="3" creationId="{4B323C5B-8A89-43E2-BCCE-51AB2170330B}"/>
          </ac:spMkLst>
        </pc:spChg>
      </pc:sldChg>
      <pc:sldChg chg="addSp modSp add mod">
        <pc:chgData name="Nguyen Duy Dinh" userId="85d577be-e431-452d-a307-edf6bcf4bedc" providerId="ADAL" clId="{791C287C-92E3-45E1-94CD-8AC5467589B3}" dt="2022-04-21T09:22:04.764" v="1045" actId="20577"/>
        <pc:sldMkLst>
          <pc:docMk/>
          <pc:sldMk cId="1172546079" sldId="291"/>
        </pc:sldMkLst>
        <pc:spChg chg="mod">
          <ac:chgData name="Nguyen Duy Dinh" userId="85d577be-e431-452d-a307-edf6bcf4bedc" providerId="ADAL" clId="{791C287C-92E3-45E1-94CD-8AC5467589B3}" dt="2022-04-21T09:22:04.764" v="1045" actId="20577"/>
          <ac:spMkLst>
            <pc:docMk/>
            <pc:sldMk cId="1172546079" sldId="291"/>
            <ac:spMk id="2" creationId="{831112B6-4B5C-46C9-98A8-076A7CF8AC7F}"/>
          </ac:spMkLst>
        </pc:spChg>
        <pc:spChg chg="mod">
          <ac:chgData name="Nguyen Duy Dinh" userId="85d577be-e431-452d-a307-edf6bcf4bedc" providerId="ADAL" clId="{791C287C-92E3-45E1-94CD-8AC5467589B3}" dt="2022-04-21T08:11:55.555" v="576" actId="20577"/>
          <ac:spMkLst>
            <pc:docMk/>
            <pc:sldMk cId="1172546079" sldId="291"/>
            <ac:spMk id="3" creationId="{4B323C5B-8A89-43E2-BCCE-51AB2170330B}"/>
          </ac:spMkLst>
        </pc:spChg>
        <pc:spChg chg="add mod">
          <ac:chgData name="Nguyen Duy Dinh" userId="85d577be-e431-452d-a307-edf6bcf4bedc" providerId="ADAL" clId="{791C287C-92E3-45E1-94CD-8AC5467589B3}" dt="2022-04-21T09:18:36.645" v="893" actId="1076"/>
          <ac:spMkLst>
            <pc:docMk/>
            <pc:sldMk cId="1172546079" sldId="291"/>
            <ac:spMk id="7" creationId="{5AFDB09F-6768-487E-A583-6691EC540027}"/>
          </ac:spMkLst>
        </pc:spChg>
        <pc:spChg chg="add mod">
          <ac:chgData name="Nguyen Duy Dinh" userId="85d577be-e431-452d-a307-edf6bcf4bedc" providerId="ADAL" clId="{791C287C-92E3-45E1-94CD-8AC5467589B3}" dt="2022-04-21T09:18:36.645" v="893" actId="1076"/>
          <ac:spMkLst>
            <pc:docMk/>
            <pc:sldMk cId="1172546079" sldId="291"/>
            <ac:spMk id="9" creationId="{024D6F2B-4123-4DD4-8365-1DFE08236DF5}"/>
          </ac:spMkLst>
        </pc:spChg>
        <pc:spChg chg="add mod">
          <ac:chgData name="Nguyen Duy Dinh" userId="85d577be-e431-452d-a307-edf6bcf4bedc" providerId="ADAL" clId="{791C287C-92E3-45E1-94CD-8AC5467589B3}" dt="2022-04-21T09:16:44.683" v="892" actId="20577"/>
          <ac:spMkLst>
            <pc:docMk/>
            <pc:sldMk cId="1172546079" sldId="291"/>
            <ac:spMk id="11" creationId="{8991C2F0-DC8A-4700-97D2-769BAC4C130D}"/>
          </ac:spMkLst>
        </pc:spChg>
        <pc:picChg chg="add mod">
          <ac:chgData name="Nguyen Duy Dinh" userId="85d577be-e431-452d-a307-edf6bcf4bedc" providerId="ADAL" clId="{791C287C-92E3-45E1-94CD-8AC5467589B3}" dt="2022-04-21T09:18:36.645" v="893" actId="1076"/>
          <ac:picMkLst>
            <pc:docMk/>
            <pc:sldMk cId="1172546079" sldId="291"/>
            <ac:picMk id="6" creationId="{B81BA001-E36A-45E1-8C31-BF274746FF66}"/>
          </ac:picMkLst>
        </pc:picChg>
        <pc:picChg chg="add mod modCrop">
          <ac:chgData name="Nguyen Duy Dinh" userId="85d577be-e431-452d-a307-edf6bcf4bedc" providerId="ADAL" clId="{791C287C-92E3-45E1-94CD-8AC5467589B3}" dt="2022-04-21T09:18:36.645" v="893" actId="1076"/>
          <ac:picMkLst>
            <pc:docMk/>
            <pc:sldMk cId="1172546079" sldId="291"/>
            <ac:picMk id="8" creationId="{1B354477-29A8-4E3D-BA50-E51CA3B26CE6}"/>
          </ac:picMkLst>
        </pc:picChg>
        <pc:picChg chg="add mod modCrop">
          <ac:chgData name="Nguyen Duy Dinh" userId="85d577be-e431-452d-a307-edf6bcf4bedc" providerId="ADAL" clId="{791C287C-92E3-45E1-94CD-8AC5467589B3}" dt="2022-04-21T09:16:14.533" v="864" actId="14100"/>
          <ac:picMkLst>
            <pc:docMk/>
            <pc:sldMk cId="1172546079" sldId="291"/>
            <ac:picMk id="10" creationId="{B2A73B47-B5CF-4E7A-80F1-207951B1808E}"/>
          </ac:picMkLst>
        </pc:picChg>
      </pc:sldChg>
      <pc:sldChg chg="addSp modSp add mod">
        <pc:chgData name="Nguyen Duy Dinh" userId="85d577be-e431-452d-a307-edf6bcf4bedc" providerId="ADAL" clId="{791C287C-92E3-45E1-94CD-8AC5467589B3}" dt="2022-04-21T09:32:16.811" v="1438" actId="20577"/>
        <pc:sldMkLst>
          <pc:docMk/>
          <pc:sldMk cId="1224863560" sldId="292"/>
        </pc:sldMkLst>
        <pc:spChg chg="mod">
          <ac:chgData name="Nguyen Duy Dinh" userId="85d577be-e431-452d-a307-edf6bcf4bedc" providerId="ADAL" clId="{791C287C-92E3-45E1-94CD-8AC5467589B3}" dt="2022-04-21T09:25:41.415" v="1335" actId="20577"/>
          <ac:spMkLst>
            <pc:docMk/>
            <pc:sldMk cId="1224863560" sldId="292"/>
            <ac:spMk id="2" creationId="{831112B6-4B5C-46C9-98A8-076A7CF8AC7F}"/>
          </ac:spMkLst>
        </pc:spChg>
        <pc:spChg chg="add mod">
          <ac:chgData name="Nguyen Duy Dinh" userId="85d577be-e431-452d-a307-edf6bcf4bedc" providerId="ADAL" clId="{791C287C-92E3-45E1-94CD-8AC5467589B3}" dt="2022-04-21T08:19:25.190" v="682" actId="1076"/>
          <ac:spMkLst>
            <pc:docMk/>
            <pc:sldMk cId="1224863560" sldId="292"/>
            <ac:spMk id="8" creationId="{01A6182C-E76A-4AE2-BBF6-4DFD0A5BABA7}"/>
          </ac:spMkLst>
        </pc:spChg>
        <pc:spChg chg="add mod">
          <ac:chgData name="Nguyen Duy Dinh" userId="85d577be-e431-452d-a307-edf6bcf4bedc" providerId="ADAL" clId="{791C287C-92E3-45E1-94CD-8AC5467589B3}" dt="2022-04-21T09:26:52.012" v="1378" actId="14100"/>
          <ac:spMkLst>
            <pc:docMk/>
            <pc:sldMk cId="1224863560" sldId="292"/>
            <ac:spMk id="11" creationId="{FCFC76C1-C4F0-419B-B792-C7F386610D0F}"/>
          </ac:spMkLst>
        </pc:spChg>
        <pc:spChg chg="add mod">
          <ac:chgData name="Nguyen Duy Dinh" userId="85d577be-e431-452d-a307-edf6bcf4bedc" providerId="ADAL" clId="{791C287C-92E3-45E1-94CD-8AC5467589B3}" dt="2022-04-21T09:32:16.811" v="1438" actId="20577"/>
          <ac:spMkLst>
            <pc:docMk/>
            <pc:sldMk cId="1224863560" sldId="292"/>
            <ac:spMk id="13" creationId="{9199FB59-5D64-4E70-A9DF-EF58DB67A82A}"/>
          </ac:spMkLst>
        </pc:spChg>
        <pc:picChg chg="add mod modCrop">
          <ac:chgData name="Nguyen Duy Dinh" userId="85d577be-e431-452d-a307-edf6bcf4bedc" providerId="ADAL" clId="{791C287C-92E3-45E1-94CD-8AC5467589B3}" dt="2022-04-21T09:25:48.333" v="1336" actId="732"/>
          <ac:picMkLst>
            <pc:docMk/>
            <pc:sldMk cId="1224863560" sldId="292"/>
            <ac:picMk id="7" creationId="{6B2AD391-77B3-419F-965E-5094C4FC488A}"/>
          </ac:picMkLst>
        </pc:picChg>
        <pc:picChg chg="add mod modCrop">
          <ac:chgData name="Nguyen Duy Dinh" userId="85d577be-e431-452d-a307-edf6bcf4bedc" providerId="ADAL" clId="{791C287C-92E3-45E1-94CD-8AC5467589B3}" dt="2022-04-21T09:26:38.172" v="1344" actId="1076"/>
          <ac:picMkLst>
            <pc:docMk/>
            <pc:sldMk cId="1224863560" sldId="292"/>
            <ac:picMk id="10" creationId="{39A246A1-A311-4704-B748-957F4240C381}"/>
          </ac:picMkLst>
        </pc:picChg>
        <pc:picChg chg="add mod modCrop">
          <ac:chgData name="Nguyen Duy Dinh" userId="85d577be-e431-452d-a307-edf6bcf4bedc" providerId="ADAL" clId="{791C287C-92E3-45E1-94CD-8AC5467589B3}" dt="2022-04-21T09:31:57.740" v="1386" actId="1076"/>
          <ac:picMkLst>
            <pc:docMk/>
            <pc:sldMk cId="1224863560" sldId="292"/>
            <ac:picMk id="12" creationId="{378F606E-49A7-427B-AF19-E15F19460CFE}"/>
          </ac:picMkLst>
        </pc:picChg>
      </pc:sldChg>
      <pc:sldChg chg="addSp delSp modSp add mod">
        <pc:chgData name="Nguyen Duy Dinh" userId="85d577be-e431-452d-a307-edf6bcf4bedc" providerId="ADAL" clId="{791C287C-92E3-45E1-94CD-8AC5467589B3}" dt="2022-04-21T09:53:06.468" v="1901" actId="1076"/>
        <pc:sldMkLst>
          <pc:docMk/>
          <pc:sldMk cId="3269876836" sldId="293"/>
        </pc:sldMkLst>
        <pc:spChg chg="mod">
          <ac:chgData name="Nguyen Duy Dinh" userId="85d577be-e431-452d-a307-edf6bcf4bedc" providerId="ADAL" clId="{791C287C-92E3-45E1-94CD-8AC5467589B3}" dt="2022-04-21T09:52:40.935" v="1849" actId="404"/>
          <ac:spMkLst>
            <pc:docMk/>
            <pc:sldMk cId="3269876836" sldId="293"/>
            <ac:spMk id="2" creationId="{831112B6-4B5C-46C9-98A8-076A7CF8AC7F}"/>
          </ac:spMkLst>
        </pc:spChg>
        <pc:spChg chg="mod">
          <ac:chgData name="Nguyen Duy Dinh" userId="85d577be-e431-452d-a307-edf6bcf4bedc" providerId="ADAL" clId="{791C287C-92E3-45E1-94CD-8AC5467589B3}" dt="2022-04-21T09:33:13.970" v="1441"/>
          <ac:spMkLst>
            <pc:docMk/>
            <pc:sldMk cId="3269876836" sldId="293"/>
            <ac:spMk id="3" creationId="{4B323C5B-8A89-43E2-BCCE-51AB2170330B}"/>
          </ac:spMkLst>
        </pc:spChg>
        <pc:spChg chg="mod">
          <ac:chgData name="Nguyen Duy Dinh" userId="85d577be-e431-452d-a307-edf6bcf4bedc" providerId="ADAL" clId="{791C287C-92E3-45E1-94CD-8AC5467589B3}" dt="2022-04-21T09:33:13.970" v="1441"/>
          <ac:spMkLst>
            <pc:docMk/>
            <pc:sldMk cId="3269876836" sldId="293"/>
            <ac:spMk id="4" creationId="{666B26C9-5002-48FC-87A8-36F7A42EE1B9}"/>
          </ac:spMkLst>
        </pc:spChg>
        <pc:spChg chg="mod">
          <ac:chgData name="Nguyen Duy Dinh" userId="85d577be-e431-452d-a307-edf6bcf4bedc" providerId="ADAL" clId="{791C287C-92E3-45E1-94CD-8AC5467589B3}" dt="2022-04-21T09:33:13.970" v="1441"/>
          <ac:spMkLst>
            <pc:docMk/>
            <pc:sldMk cId="3269876836" sldId="293"/>
            <ac:spMk id="5" creationId="{FED11E5F-EA04-4004-A298-299FCA04CB09}"/>
          </ac:spMkLst>
        </pc:spChg>
        <pc:spChg chg="add del mod">
          <ac:chgData name="Nguyen Duy Dinh" userId="85d577be-e431-452d-a307-edf6bcf4bedc" providerId="ADAL" clId="{791C287C-92E3-45E1-94CD-8AC5467589B3}" dt="2022-04-21T09:33:13.970" v="1441"/>
          <ac:spMkLst>
            <pc:docMk/>
            <pc:sldMk cId="3269876836" sldId="293"/>
            <ac:spMk id="6" creationId="{AECC87EF-B12B-4B3A-AF12-2E2DA7A98356}"/>
          </ac:spMkLst>
        </pc:spChg>
        <pc:spChg chg="del">
          <ac:chgData name="Nguyen Duy Dinh" userId="85d577be-e431-452d-a307-edf6bcf4bedc" providerId="ADAL" clId="{791C287C-92E3-45E1-94CD-8AC5467589B3}" dt="2022-04-21T09:33:10.669" v="1440" actId="478"/>
          <ac:spMkLst>
            <pc:docMk/>
            <pc:sldMk cId="3269876836" sldId="293"/>
            <ac:spMk id="8" creationId="{01A6182C-E76A-4AE2-BBF6-4DFD0A5BABA7}"/>
          </ac:spMkLst>
        </pc:spChg>
        <pc:spChg chg="add del mod">
          <ac:chgData name="Nguyen Duy Dinh" userId="85d577be-e431-452d-a307-edf6bcf4bedc" providerId="ADAL" clId="{791C287C-92E3-45E1-94CD-8AC5467589B3}" dt="2022-04-21T09:33:13.970" v="1441"/>
          <ac:spMkLst>
            <pc:docMk/>
            <pc:sldMk cId="3269876836" sldId="293"/>
            <ac:spMk id="9" creationId="{93881E6F-0B09-435F-9C88-7E55CCECB394}"/>
          </ac:spMkLst>
        </pc:spChg>
        <pc:spChg chg="del">
          <ac:chgData name="Nguyen Duy Dinh" userId="85d577be-e431-452d-a307-edf6bcf4bedc" providerId="ADAL" clId="{791C287C-92E3-45E1-94CD-8AC5467589B3}" dt="2022-04-21T09:33:10.669" v="1440" actId="478"/>
          <ac:spMkLst>
            <pc:docMk/>
            <pc:sldMk cId="3269876836" sldId="293"/>
            <ac:spMk id="11" creationId="{FCFC76C1-C4F0-419B-B792-C7F386610D0F}"/>
          </ac:spMkLst>
        </pc:spChg>
        <pc:spChg chg="del">
          <ac:chgData name="Nguyen Duy Dinh" userId="85d577be-e431-452d-a307-edf6bcf4bedc" providerId="ADAL" clId="{791C287C-92E3-45E1-94CD-8AC5467589B3}" dt="2022-04-21T09:33:10.669" v="1440" actId="478"/>
          <ac:spMkLst>
            <pc:docMk/>
            <pc:sldMk cId="3269876836" sldId="293"/>
            <ac:spMk id="13" creationId="{9199FB59-5D64-4E70-A9DF-EF58DB67A82A}"/>
          </ac:spMkLst>
        </pc:spChg>
        <pc:spChg chg="add del mod">
          <ac:chgData name="Nguyen Duy Dinh" userId="85d577be-e431-452d-a307-edf6bcf4bedc" providerId="ADAL" clId="{791C287C-92E3-45E1-94CD-8AC5467589B3}" dt="2022-04-21T09:33:13.970" v="1441"/>
          <ac:spMkLst>
            <pc:docMk/>
            <pc:sldMk cId="3269876836" sldId="293"/>
            <ac:spMk id="14" creationId="{D100768F-D102-40B8-B522-E020160AA8C6}"/>
          </ac:spMkLst>
        </pc:spChg>
        <pc:spChg chg="add del mod">
          <ac:chgData name="Nguyen Duy Dinh" userId="85d577be-e431-452d-a307-edf6bcf4bedc" providerId="ADAL" clId="{791C287C-92E3-45E1-94CD-8AC5467589B3}" dt="2022-04-21T09:33:13.970" v="1441"/>
          <ac:spMkLst>
            <pc:docMk/>
            <pc:sldMk cId="3269876836" sldId="293"/>
            <ac:spMk id="15" creationId="{D37E7B68-66E5-45DA-B677-52C977C5838E}"/>
          </ac:spMkLst>
        </pc:spChg>
        <pc:spChg chg="add mod ord">
          <ac:chgData name="Nguyen Duy Dinh" userId="85d577be-e431-452d-a307-edf6bcf4bedc" providerId="ADAL" clId="{791C287C-92E3-45E1-94CD-8AC5467589B3}" dt="2022-04-21T09:33:53.439" v="1580" actId="17032"/>
          <ac:spMkLst>
            <pc:docMk/>
            <pc:sldMk cId="3269876836" sldId="293"/>
            <ac:spMk id="16" creationId="{7D478934-FBB8-43D1-A1C0-55129104B257}"/>
          </ac:spMkLst>
        </pc:spChg>
        <pc:spChg chg="add mod">
          <ac:chgData name="Nguyen Duy Dinh" userId="85d577be-e431-452d-a307-edf6bcf4bedc" providerId="ADAL" clId="{791C287C-92E3-45E1-94CD-8AC5467589B3}" dt="2022-04-21T09:53:06.468" v="1901" actId="1076"/>
          <ac:spMkLst>
            <pc:docMk/>
            <pc:sldMk cId="3269876836" sldId="293"/>
            <ac:spMk id="18" creationId="{A6F51428-C82D-407A-BD44-FFCE7C0F0836}"/>
          </ac:spMkLst>
        </pc:spChg>
        <pc:spChg chg="add mod">
          <ac:chgData name="Nguyen Duy Dinh" userId="85d577be-e431-452d-a307-edf6bcf4bedc" providerId="ADAL" clId="{791C287C-92E3-45E1-94CD-8AC5467589B3}" dt="2022-04-21T09:52:58.836" v="1899" actId="20577"/>
          <ac:spMkLst>
            <pc:docMk/>
            <pc:sldMk cId="3269876836" sldId="293"/>
            <ac:spMk id="20" creationId="{4AE54ADA-A515-47CE-B2D8-EEEBA1A0DF28}"/>
          </ac:spMkLst>
        </pc:spChg>
        <pc:picChg chg="del">
          <ac:chgData name="Nguyen Duy Dinh" userId="85d577be-e431-452d-a307-edf6bcf4bedc" providerId="ADAL" clId="{791C287C-92E3-45E1-94CD-8AC5467589B3}" dt="2022-04-21T09:33:10.669" v="1440" actId="478"/>
          <ac:picMkLst>
            <pc:docMk/>
            <pc:sldMk cId="3269876836" sldId="293"/>
            <ac:picMk id="7" creationId="{6B2AD391-77B3-419F-965E-5094C4FC488A}"/>
          </ac:picMkLst>
        </pc:picChg>
        <pc:picChg chg="del">
          <ac:chgData name="Nguyen Duy Dinh" userId="85d577be-e431-452d-a307-edf6bcf4bedc" providerId="ADAL" clId="{791C287C-92E3-45E1-94CD-8AC5467589B3}" dt="2022-04-21T09:33:10.669" v="1440" actId="478"/>
          <ac:picMkLst>
            <pc:docMk/>
            <pc:sldMk cId="3269876836" sldId="293"/>
            <ac:picMk id="10" creationId="{39A246A1-A311-4704-B748-957F4240C381}"/>
          </ac:picMkLst>
        </pc:picChg>
        <pc:picChg chg="del">
          <ac:chgData name="Nguyen Duy Dinh" userId="85d577be-e431-452d-a307-edf6bcf4bedc" providerId="ADAL" clId="{791C287C-92E3-45E1-94CD-8AC5467589B3}" dt="2022-04-21T09:33:10.669" v="1440" actId="478"/>
          <ac:picMkLst>
            <pc:docMk/>
            <pc:sldMk cId="3269876836" sldId="293"/>
            <ac:picMk id="12" creationId="{378F606E-49A7-427B-AF19-E15F19460CFE}"/>
          </ac:picMkLst>
        </pc:picChg>
        <pc:picChg chg="add mod">
          <ac:chgData name="Nguyen Duy Dinh" userId="85d577be-e431-452d-a307-edf6bcf4bedc" providerId="ADAL" clId="{791C287C-92E3-45E1-94CD-8AC5467589B3}" dt="2022-04-21T09:53:06.468" v="1901" actId="1076"/>
          <ac:picMkLst>
            <pc:docMk/>
            <pc:sldMk cId="3269876836" sldId="293"/>
            <ac:picMk id="17" creationId="{14FE872F-1BB8-49F9-93C2-2067F19F0B05}"/>
          </ac:picMkLst>
        </pc:picChg>
        <pc:picChg chg="add mod">
          <ac:chgData name="Nguyen Duy Dinh" userId="85d577be-e431-452d-a307-edf6bcf4bedc" providerId="ADAL" clId="{791C287C-92E3-45E1-94CD-8AC5467589B3}" dt="2022-04-21T09:52:47.492" v="1852" actId="1076"/>
          <ac:picMkLst>
            <pc:docMk/>
            <pc:sldMk cId="3269876836" sldId="293"/>
            <ac:picMk id="19" creationId="{5329871F-AEEF-4387-931D-734F492AE07F}"/>
          </ac:picMkLst>
        </pc:picChg>
      </pc:sldChg>
      <pc:sldChg chg="delSp modSp add mod">
        <pc:chgData name="Nguyen Duy Dinh" userId="85d577be-e431-452d-a307-edf6bcf4bedc" providerId="ADAL" clId="{791C287C-92E3-45E1-94CD-8AC5467589B3}" dt="2022-04-21T11:36:31.169" v="4841" actId="404"/>
        <pc:sldMkLst>
          <pc:docMk/>
          <pc:sldMk cId="1557153502" sldId="294"/>
        </pc:sldMkLst>
        <pc:spChg chg="mod">
          <ac:chgData name="Nguyen Duy Dinh" userId="85d577be-e431-452d-a307-edf6bcf4bedc" providerId="ADAL" clId="{791C287C-92E3-45E1-94CD-8AC5467589B3}" dt="2022-04-21T11:36:31.169" v="4841" actId="404"/>
          <ac:spMkLst>
            <pc:docMk/>
            <pc:sldMk cId="1557153502" sldId="294"/>
            <ac:spMk id="2" creationId="{831112B6-4B5C-46C9-98A8-076A7CF8AC7F}"/>
          </ac:spMkLst>
        </pc:spChg>
        <pc:spChg chg="mod">
          <ac:chgData name="Nguyen Duy Dinh" userId="85d577be-e431-452d-a307-edf6bcf4bedc" providerId="ADAL" clId="{791C287C-92E3-45E1-94CD-8AC5467589B3}" dt="2022-04-21T09:53:32.053" v="1905" actId="6549"/>
          <ac:spMkLst>
            <pc:docMk/>
            <pc:sldMk cId="1557153502" sldId="294"/>
            <ac:spMk id="3" creationId="{4B323C5B-8A89-43E2-BCCE-51AB2170330B}"/>
          </ac:spMkLst>
        </pc:spChg>
        <pc:spChg chg="del">
          <ac:chgData name="Nguyen Duy Dinh" userId="85d577be-e431-452d-a307-edf6bcf4bedc" providerId="ADAL" clId="{791C287C-92E3-45E1-94CD-8AC5467589B3}" dt="2022-04-21T09:53:42.532" v="1907" actId="478"/>
          <ac:spMkLst>
            <pc:docMk/>
            <pc:sldMk cId="1557153502" sldId="294"/>
            <ac:spMk id="16" creationId="{7D478934-FBB8-43D1-A1C0-55129104B257}"/>
          </ac:spMkLst>
        </pc:spChg>
        <pc:spChg chg="del">
          <ac:chgData name="Nguyen Duy Dinh" userId="85d577be-e431-452d-a307-edf6bcf4bedc" providerId="ADAL" clId="{791C287C-92E3-45E1-94CD-8AC5467589B3}" dt="2022-04-21T09:53:47.677" v="1910" actId="478"/>
          <ac:spMkLst>
            <pc:docMk/>
            <pc:sldMk cId="1557153502" sldId="294"/>
            <ac:spMk id="18" creationId="{A6F51428-C82D-407A-BD44-FFCE7C0F0836}"/>
          </ac:spMkLst>
        </pc:spChg>
        <pc:spChg chg="del">
          <ac:chgData name="Nguyen Duy Dinh" userId="85d577be-e431-452d-a307-edf6bcf4bedc" providerId="ADAL" clId="{791C287C-92E3-45E1-94CD-8AC5467589B3}" dt="2022-04-21T09:53:46.677" v="1909" actId="478"/>
          <ac:spMkLst>
            <pc:docMk/>
            <pc:sldMk cId="1557153502" sldId="294"/>
            <ac:spMk id="20" creationId="{4AE54ADA-A515-47CE-B2D8-EEEBA1A0DF28}"/>
          </ac:spMkLst>
        </pc:spChg>
        <pc:picChg chg="del">
          <ac:chgData name="Nguyen Duy Dinh" userId="85d577be-e431-452d-a307-edf6bcf4bedc" providerId="ADAL" clId="{791C287C-92E3-45E1-94CD-8AC5467589B3}" dt="2022-04-21T09:53:45.253" v="1908" actId="478"/>
          <ac:picMkLst>
            <pc:docMk/>
            <pc:sldMk cId="1557153502" sldId="294"/>
            <ac:picMk id="17" creationId="{14FE872F-1BB8-49F9-93C2-2067F19F0B05}"/>
          </ac:picMkLst>
        </pc:picChg>
        <pc:picChg chg="del">
          <ac:chgData name="Nguyen Duy Dinh" userId="85d577be-e431-452d-a307-edf6bcf4bedc" providerId="ADAL" clId="{791C287C-92E3-45E1-94CD-8AC5467589B3}" dt="2022-04-21T09:53:45.253" v="1908" actId="478"/>
          <ac:picMkLst>
            <pc:docMk/>
            <pc:sldMk cId="1557153502" sldId="294"/>
            <ac:picMk id="19" creationId="{5329871F-AEEF-4387-931D-734F492AE07F}"/>
          </ac:picMkLst>
        </pc:picChg>
      </pc:sldChg>
      <pc:sldChg chg="addSp modSp add mod">
        <pc:chgData name="Nguyen Duy Dinh" userId="85d577be-e431-452d-a307-edf6bcf4bedc" providerId="ADAL" clId="{791C287C-92E3-45E1-94CD-8AC5467589B3}" dt="2022-04-21T11:28:01.274" v="3600" actId="57"/>
        <pc:sldMkLst>
          <pc:docMk/>
          <pc:sldMk cId="3746605627" sldId="295"/>
        </pc:sldMkLst>
        <pc:spChg chg="mod">
          <ac:chgData name="Nguyen Duy Dinh" userId="85d577be-e431-452d-a307-edf6bcf4bedc" providerId="ADAL" clId="{791C287C-92E3-45E1-94CD-8AC5467589B3}" dt="2022-04-21T11:03:16.666" v="3156" actId="14100"/>
          <ac:spMkLst>
            <pc:docMk/>
            <pc:sldMk cId="3746605627" sldId="295"/>
            <ac:spMk id="2" creationId="{831112B6-4B5C-46C9-98A8-076A7CF8AC7F}"/>
          </ac:spMkLst>
        </pc:spChg>
        <pc:spChg chg="mod">
          <ac:chgData name="Nguyen Duy Dinh" userId="85d577be-e431-452d-a307-edf6bcf4bedc" providerId="ADAL" clId="{791C287C-92E3-45E1-94CD-8AC5467589B3}" dt="2022-04-21T10:48:21.680" v="2673"/>
          <ac:spMkLst>
            <pc:docMk/>
            <pc:sldMk cId="3746605627" sldId="295"/>
            <ac:spMk id="3" creationId="{4B323C5B-8A89-43E2-BCCE-51AB2170330B}"/>
          </ac:spMkLst>
        </pc:spChg>
        <pc:spChg chg="add mod">
          <ac:chgData name="Nguyen Duy Dinh" userId="85d577be-e431-452d-a307-edf6bcf4bedc" providerId="ADAL" clId="{791C287C-92E3-45E1-94CD-8AC5467589B3}" dt="2022-04-21T11:28:01.274" v="3600" actId="57"/>
          <ac:spMkLst>
            <pc:docMk/>
            <pc:sldMk cId="3746605627" sldId="295"/>
            <ac:spMk id="9" creationId="{65B4A569-8C8D-4E17-82BA-5AF95C14819A}"/>
          </ac:spMkLst>
        </pc:spChg>
        <pc:picChg chg="add mod ord modCrop">
          <ac:chgData name="Nguyen Duy Dinh" userId="85d577be-e431-452d-a307-edf6bcf4bedc" providerId="ADAL" clId="{791C287C-92E3-45E1-94CD-8AC5467589B3}" dt="2022-04-21T11:05:08.652" v="3215" actId="167"/>
          <ac:picMkLst>
            <pc:docMk/>
            <pc:sldMk cId="3746605627" sldId="295"/>
            <ac:picMk id="7" creationId="{7A8390C1-5EDE-4067-BD69-8A38756C164B}"/>
          </ac:picMkLst>
        </pc:picChg>
      </pc:sldChg>
      <pc:sldChg chg="addSp delSp modSp add mod">
        <pc:chgData name="Nguyen Duy Dinh" userId="85d577be-e431-452d-a307-edf6bcf4bedc" providerId="ADAL" clId="{791C287C-92E3-45E1-94CD-8AC5467589B3}" dt="2022-04-21T11:27:29.755" v="3545" actId="167"/>
        <pc:sldMkLst>
          <pc:docMk/>
          <pc:sldMk cId="914188902" sldId="296"/>
        </pc:sldMkLst>
        <pc:spChg chg="mod">
          <ac:chgData name="Nguyen Duy Dinh" userId="85d577be-e431-452d-a307-edf6bcf4bedc" providerId="ADAL" clId="{791C287C-92E3-45E1-94CD-8AC5467589B3}" dt="2022-04-21T11:27:17.682" v="3542" actId="122"/>
          <ac:spMkLst>
            <pc:docMk/>
            <pc:sldMk cId="914188902" sldId="296"/>
            <ac:spMk id="2" creationId="{831112B6-4B5C-46C9-98A8-076A7CF8AC7F}"/>
          </ac:spMkLst>
        </pc:spChg>
        <pc:spChg chg="mod">
          <ac:chgData name="Nguyen Duy Dinh" userId="85d577be-e431-452d-a307-edf6bcf4bedc" providerId="ADAL" clId="{791C287C-92E3-45E1-94CD-8AC5467589B3}" dt="2022-04-21T11:23:30.382" v="3306"/>
          <ac:spMkLst>
            <pc:docMk/>
            <pc:sldMk cId="914188902" sldId="296"/>
            <ac:spMk id="3" creationId="{4B323C5B-8A89-43E2-BCCE-51AB2170330B}"/>
          </ac:spMkLst>
        </pc:spChg>
        <pc:spChg chg="mod">
          <ac:chgData name="Nguyen Duy Dinh" userId="85d577be-e431-452d-a307-edf6bcf4bedc" providerId="ADAL" clId="{791C287C-92E3-45E1-94CD-8AC5467589B3}" dt="2022-04-21T11:23:30.382" v="3306"/>
          <ac:spMkLst>
            <pc:docMk/>
            <pc:sldMk cId="914188902" sldId="296"/>
            <ac:spMk id="4" creationId="{666B26C9-5002-48FC-87A8-36F7A42EE1B9}"/>
          </ac:spMkLst>
        </pc:spChg>
        <pc:spChg chg="mod">
          <ac:chgData name="Nguyen Duy Dinh" userId="85d577be-e431-452d-a307-edf6bcf4bedc" providerId="ADAL" clId="{791C287C-92E3-45E1-94CD-8AC5467589B3}" dt="2022-04-21T11:23:30.382" v="3306"/>
          <ac:spMkLst>
            <pc:docMk/>
            <pc:sldMk cId="914188902" sldId="296"/>
            <ac:spMk id="5" creationId="{FED11E5F-EA04-4004-A298-299FCA04CB09}"/>
          </ac:spMkLst>
        </pc:spChg>
        <pc:spChg chg="add del mod">
          <ac:chgData name="Nguyen Duy Dinh" userId="85d577be-e431-452d-a307-edf6bcf4bedc" providerId="ADAL" clId="{791C287C-92E3-45E1-94CD-8AC5467589B3}" dt="2022-04-21T11:23:30.382" v="3306"/>
          <ac:spMkLst>
            <pc:docMk/>
            <pc:sldMk cId="914188902" sldId="296"/>
            <ac:spMk id="6" creationId="{2ABAB272-CD7F-46BF-B28C-F812959A4022}"/>
          </ac:spMkLst>
        </pc:spChg>
        <pc:spChg chg="add del mod">
          <ac:chgData name="Nguyen Duy Dinh" userId="85d577be-e431-452d-a307-edf6bcf4bedc" providerId="ADAL" clId="{791C287C-92E3-45E1-94CD-8AC5467589B3}" dt="2022-04-21T11:23:30.382" v="3306"/>
          <ac:spMkLst>
            <pc:docMk/>
            <pc:sldMk cId="914188902" sldId="296"/>
            <ac:spMk id="8" creationId="{273725B9-9C32-4757-9849-E3D8338DEEDF}"/>
          </ac:spMkLst>
        </pc:spChg>
        <pc:spChg chg="del">
          <ac:chgData name="Nguyen Duy Dinh" userId="85d577be-e431-452d-a307-edf6bcf4bedc" providerId="ADAL" clId="{791C287C-92E3-45E1-94CD-8AC5467589B3}" dt="2022-04-21T11:23:26.826" v="3304" actId="478"/>
          <ac:spMkLst>
            <pc:docMk/>
            <pc:sldMk cId="914188902" sldId="296"/>
            <ac:spMk id="9" creationId="{65B4A569-8C8D-4E17-82BA-5AF95C14819A}"/>
          </ac:spMkLst>
        </pc:spChg>
        <pc:spChg chg="add del mod">
          <ac:chgData name="Nguyen Duy Dinh" userId="85d577be-e431-452d-a307-edf6bcf4bedc" providerId="ADAL" clId="{791C287C-92E3-45E1-94CD-8AC5467589B3}" dt="2022-04-21T11:23:30.382" v="3306"/>
          <ac:spMkLst>
            <pc:docMk/>
            <pc:sldMk cId="914188902" sldId="296"/>
            <ac:spMk id="10" creationId="{E12BB646-E86A-41F6-8BFB-091343AC2EB5}"/>
          </ac:spMkLst>
        </pc:spChg>
        <pc:spChg chg="add del mod">
          <ac:chgData name="Nguyen Duy Dinh" userId="85d577be-e431-452d-a307-edf6bcf4bedc" providerId="ADAL" clId="{791C287C-92E3-45E1-94CD-8AC5467589B3}" dt="2022-04-21T11:23:30.382" v="3306"/>
          <ac:spMkLst>
            <pc:docMk/>
            <pc:sldMk cId="914188902" sldId="296"/>
            <ac:spMk id="11" creationId="{51102D3F-5670-4F39-9696-83DE65DF818D}"/>
          </ac:spMkLst>
        </pc:spChg>
        <pc:spChg chg="add mod ord">
          <ac:chgData name="Nguyen Duy Dinh" userId="85d577be-e431-452d-a307-edf6bcf4bedc" providerId="ADAL" clId="{791C287C-92E3-45E1-94CD-8AC5467589B3}" dt="2022-04-21T11:27:29.755" v="3545" actId="167"/>
          <ac:spMkLst>
            <pc:docMk/>
            <pc:sldMk cId="914188902" sldId="296"/>
            <ac:spMk id="12" creationId="{535566C1-1DB3-4082-A7F6-6F5FD043BB32}"/>
          </ac:spMkLst>
        </pc:spChg>
        <pc:picChg chg="del">
          <ac:chgData name="Nguyen Duy Dinh" userId="85d577be-e431-452d-a307-edf6bcf4bedc" providerId="ADAL" clId="{791C287C-92E3-45E1-94CD-8AC5467589B3}" dt="2022-04-21T11:23:27.595" v="3305" actId="478"/>
          <ac:picMkLst>
            <pc:docMk/>
            <pc:sldMk cId="914188902" sldId="296"/>
            <ac:picMk id="7" creationId="{7A8390C1-5EDE-4067-BD69-8A38756C164B}"/>
          </ac:picMkLst>
        </pc:picChg>
      </pc:sldChg>
      <pc:sldChg chg="delSp modSp add mod">
        <pc:chgData name="Nguyen Duy Dinh" userId="85d577be-e431-452d-a307-edf6bcf4bedc" providerId="ADAL" clId="{791C287C-92E3-45E1-94CD-8AC5467589B3}" dt="2022-04-21T11:31:13.226" v="4470" actId="2711"/>
        <pc:sldMkLst>
          <pc:docMk/>
          <pc:sldMk cId="3591811527" sldId="297"/>
        </pc:sldMkLst>
        <pc:spChg chg="mod">
          <ac:chgData name="Nguyen Duy Dinh" userId="85d577be-e431-452d-a307-edf6bcf4bedc" providerId="ADAL" clId="{791C287C-92E3-45E1-94CD-8AC5467589B3}" dt="2022-04-21T11:31:13.226" v="4470" actId="2711"/>
          <ac:spMkLst>
            <pc:docMk/>
            <pc:sldMk cId="3591811527" sldId="297"/>
            <ac:spMk id="2" creationId="{831112B6-4B5C-46C9-98A8-076A7CF8AC7F}"/>
          </ac:spMkLst>
        </pc:spChg>
        <pc:spChg chg="mod">
          <ac:chgData name="Nguyen Duy Dinh" userId="85d577be-e431-452d-a307-edf6bcf4bedc" providerId="ADAL" clId="{791C287C-92E3-45E1-94CD-8AC5467589B3}" dt="2022-04-21T11:28:59.401" v="3720" actId="20577"/>
          <ac:spMkLst>
            <pc:docMk/>
            <pc:sldMk cId="3591811527" sldId="297"/>
            <ac:spMk id="3" creationId="{4B323C5B-8A89-43E2-BCCE-51AB2170330B}"/>
          </ac:spMkLst>
        </pc:spChg>
        <pc:spChg chg="del">
          <ac:chgData name="Nguyen Duy Dinh" userId="85d577be-e431-452d-a307-edf6bcf4bedc" providerId="ADAL" clId="{791C287C-92E3-45E1-94CD-8AC5467589B3}" dt="2022-04-21T11:29:02.626" v="3721" actId="478"/>
          <ac:spMkLst>
            <pc:docMk/>
            <pc:sldMk cId="3591811527" sldId="297"/>
            <ac:spMk id="12" creationId="{535566C1-1DB3-4082-A7F6-6F5FD043BB32}"/>
          </ac:spMkLst>
        </pc:spChg>
      </pc:sldChg>
      <pc:sldChg chg="addSp modSp add mod">
        <pc:chgData name="Nguyen Duy Dinh" userId="85d577be-e431-452d-a307-edf6bcf4bedc" providerId="ADAL" clId="{791C287C-92E3-45E1-94CD-8AC5467589B3}" dt="2022-04-21T11:35:08.698" v="4782"/>
        <pc:sldMkLst>
          <pc:docMk/>
          <pc:sldMk cId="832279227" sldId="298"/>
        </pc:sldMkLst>
        <pc:spChg chg="mod">
          <ac:chgData name="Nguyen Duy Dinh" userId="85d577be-e431-452d-a307-edf6bcf4bedc" providerId="ADAL" clId="{791C287C-92E3-45E1-94CD-8AC5467589B3}" dt="2022-04-21T11:35:01.529" v="4780" actId="14100"/>
          <ac:spMkLst>
            <pc:docMk/>
            <pc:sldMk cId="832279227" sldId="298"/>
            <ac:spMk id="2" creationId="{831112B6-4B5C-46C9-98A8-076A7CF8AC7F}"/>
          </ac:spMkLst>
        </pc:spChg>
        <pc:spChg chg="mod">
          <ac:chgData name="Nguyen Duy Dinh" userId="85d577be-e431-452d-a307-edf6bcf4bedc" providerId="ADAL" clId="{791C287C-92E3-45E1-94CD-8AC5467589B3}" dt="2022-04-21T11:31:40.630" v="4472"/>
          <ac:spMkLst>
            <pc:docMk/>
            <pc:sldMk cId="832279227" sldId="298"/>
            <ac:spMk id="3" creationId="{4B323C5B-8A89-43E2-BCCE-51AB2170330B}"/>
          </ac:spMkLst>
        </pc:spChg>
        <pc:spChg chg="add mod">
          <ac:chgData name="Nguyen Duy Dinh" userId="85d577be-e431-452d-a307-edf6bcf4bedc" providerId="ADAL" clId="{791C287C-92E3-45E1-94CD-8AC5467589B3}" dt="2022-04-21T11:33:18.242" v="4717" actId="20577"/>
          <ac:spMkLst>
            <pc:docMk/>
            <pc:sldMk cId="832279227" sldId="298"/>
            <ac:spMk id="7" creationId="{C145CFA4-50CA-4821-800A-AA05B3EC01BA}"/>
          </ac:spMkLst>
        </pc:spChg>
        <pc:picChg chg="add mod">
          <ac:chgData name="Nguyen Duy Dinh" userId="85d577be-e431-452d-a307-edf6bcf4bedc" providerId="ADAL" clId="{791C287C-92E3-45E1-94CD-8AC5467589B3}" dt="2022-04-21T11:35:08.698" v="4782"/>
          <ac:picMkLst>
            <pc:docMk/>
            <pc:sldMk cId="832279227" sldId="298"/>
            <ac:picMk id="1026" creationId="{57929B48-83B0-4BCB-979C-C980535D905A}"/>
          </ac:picMkLst>
        </pc:picChg>
      </pc:sldChg>
      <pc:sldChg chg="addSp delSp modSp add mod">
        <pc:chgData name="Nguyen Duy Dinh" userId="85d577be-e431-452d-a307-edf6bcf4bedc" providerId="ADAL" clId="{791C287C-92E3-45E1-94CD-8AC5467589B3}" dt="2022-04-22T07:08:22.485" v="4983" actId="21"/>
        <pc:sldMkLst>
          <pc:docMk/>
          <pc:sldMk cId="2176153224" sldId="299"/>
        </pc:sldMkLst>
        <pc:spChg chg="mod">
          <ac:chgData name="Nguyen Duy Dinh" userId="85d577be-e431-452d-a307-edf6bcf4bedc" providerId="ADAL" clId="{791C287C-92E3-45E1-94CD-8AC5467589B3}" dt="2022-04-21T11:39:40.617" v="4970" actId="20577"/>
          <ac:spMkLst>
            <pc:docMk/>
            <pc:sldMk cId="2176153224" sldId="299"/>
            <ac:spMk id="2" creationId="{831112B6-4B5C-46C9-98A8-076A7CF8AC7F}"/>
          </ac:spMkLst>
        </pc:spChg>
        <pc:spChg chg="mod">
          <ac:chgData name="Nguyen Duy Dinh" userId="85d577be-e431-452d-a307-edf6bcf4bedc" providerId="ADAL" clId="{791C287C-92E3-45E1-94CD-8AC5467589B3}" dt="2022-04-21T11:36:56.369" v="4855" actId="20577"/>
          <ac:spMkLst>
            <pc:docMk/>
            <pc:sldMk cId="2176153224" sldId="299"/>
            <ac:spMk id="3" creationId="{4B323C5B-8A89-43E2-BCCE-51AB2170330B}"/>
          </ac:spMkLst>
        </pc:spChg>
        <pc:spChg chg="add mod">
          <ac:chgData name="Nguyen Duy Dinh" userId="85d577be-e431-452d-a307-edf6bcf4bedc" providerId="ADAL" clId="{791C287C-92E3-45E1-94CD-8AC5467589B3}" dt="2022-04-21T11:40:21.353" v="4979" actId="1076"/>
          <ac:spMkLst>
            <pc:docMk/>
            <pc:sldMk cId="2176153224" sldId="299"/>
            <ac:spMk id="7" creationId="{660502A0-20F1-44EC-9B97-E0BB4D39067D}"/>
          </ac:spMkLst>
        </pc:spChg>
        <pc:picChg chg="add del mod modCrop">
          <ac:chgData name="Nguyen Duy Dinh" userId="85d577be-e431-452d-a307-edf6bcf4bedc" providerId="ADAL" clId="{791C287C-92E3-45E1-94CD-8AC5467589B3}" dt="2022-04-22T07:08:22.485" v="4983" actId="21"/>
          <ac:picMkLst>
            <pc:docMk/>
            <pc:sldMk cId="2176153224" sldId="299"/>
            <ac:picMk id="9" creationId="{F9FA98D8-7C6D-4315-B2FC-B49B51EA9D2A}"/>
          </ac:picMkLst>
        </pc:picChg>
      </pc:sldChg>
    </pc:docChg>
  </pc:docChgLst>
  <pc:docChgLst>
    <pc:chgData name="Nguyen Duy Dinh" userId="85d577be-e431-452d-a307-edf6bcf4bedc" providerId="ADAL" clId="{ED6819A6-C712-4662-8F65-19CBD1428903}"/>
    <pc:docChg chg="undo custSel addSld delSld modSld">
      <pc:chgData name="Nguyen Duy Dinh" userId="85d577be-e431-452d-a307-edf6bcf4bedc" providerId="ADAL" clId="{ED6819A6-C712-4662-8F65-19CBD1428903}" dt="2022-05-12T15:19:54.450" v="672" actId="20577"/>
      <pc:docMkLst>
        <pc:docMk/>
      </pc:docMkLst>
      <pc:sldChg chg="modSp mod">
        <pc:chgData name="Nguyen Duy Dinh" userId="85d577be-e431-452d-a307-edf6bcf4bedc" providerId="ADAL" clId="{ED6819A6-C712-4662-8F65-19CBD1428903}" dt="2022-04-21T13:55:28.603" v="146" actId="20577"/>
        <pc:sldMkLst>
          <pc:docMk/>
          <pc:sldMk cId="748595989" sldId="257"/>
        </pc:sldMkLst>
        <pc:spChg chg="mod">
          <ac:chgData name="Nguyen Duy Dinh" userId="85d577be-e431-452d-a307-edf6bcf4bedc" providerId="ADAL" clId="{ED6819A6-C712-4662-8F65-19CBD1428903}" dt="2022-04-21T13:55:28.603" v="146" actId="20577"/>
          <ac:spMkLst>
            <pc:docMk/>
            <pc:sldMk cId="748595989" sldId="257"/>
            <ac:spMk id="2" creationId="{831112B6-4B5C-46C9-98A8-076A7CF8AC7F}"/>
          </ac:spMkLst>
        </pc:spChg>
      </pc:sldChg>
      <pc:sldChg chg="del">
        <pc:chgData name="Nguyen Duy Dinh" userId="85d577be-e431-452d-a307-edf6bcf4bedc" providerId="ADAL" clId="{ED6819A6-C712-4662-8F65-19CBD1428903}" dt="2022-04-21T13:54:49.330" v="0" actId="47"/>
        <pc:sldMkLst>
          <pc:docMk/>
          <pc:sldMk cId="1425465758" sldId="258"/>
        </pc:sldMkLst>
      </pc:sldChg>
      <pc:sldChg chg="del">
        <pc:chgData name="Nguyen Duy Dinh" userId="85d577be-e431-452d-a307-edf6bcf4bedc" providerId="ADAL" clId="{ED6819A6-C712-4662-8F65-19CBD1428903}" dt="2022-04-21T13:54:54.068" v="1" actId="47"/>
        <pc:sldMkLst>
          <pc:docMk/>
          <pc:sldMk cId="1325599369" sldId="260"/>
        </pc:sldMkLst>
      </pc:sldChg>
      <pc:sldChg chg="modSp">
        <pc:chgData name="Nguyen Duy Dinh" userId="85d577be-e431-452d-a307-edf6bcf4bedc" providerId="ADAL" clId="{ED6819A6-C712-4662-8F65-19CBD1428903}" dt="2022-04-21T13:57:20.563" v="147" actId="20578"/>
        <pc:sldMkLst>
          <pc:docMk/>
          <pc:sldMk cId="1172546079" sldId="291"/>
        </pc:sldMkLst>
        <pc:spChg chg="mod">
          <ac:chgData name="Nguyen Duy Dinh" userId="85d577be-e431-452d-a307-edf6bcf4bedc" providerId="ADAL" clId="{ED6819A6-C712-4662-8F65-19CBD1428903}" dt="2022-04-21T13:57:20.563" v="147" actId="20578"/>
          <ac:spMkLst>
            <pc:docMk/>
            <pc:sldMk cId="1172546079" sldId="291"/>
            <ac:spMk id="2" creationId="{831112B6-4B5C-46C9-98A8-076A7CF8AC7F}"/>
          </ac:spMkLst>
        </pc:spChg>
      </pc:sldChg>
      <pc:sldChg chg="modSp mod">
        <pc:chgData name="Nguyen Duy Dinh" userId="85d577be-e431-452d-a307-edf6bcf4bedc" providerId="ADAL" clId="{ED6819A6-C712-4662-8F65-19CBD1428903}" dt="2022-04-21T14:00:35.178" v="154" actId="20577"/>
        <pc:sldMkLst>
          <pc:docMk/>
          <pc:sldMk cId="3746605627" sldId="295"/>
        </pc:sldMkLst>
        <pc:spChg chg="mod">
          <ac:chgData name="Nguyen Duy Dinh" userId="85d577be-e431-452d-a307-edf6bcf4bedc" providerId="ADAL" clId="{ED6819A6-C712-4662-8F65-19CBD1428903}" dt="2022-04-21T14:00:35.178" v="154" actId="20577"/>
          <ac:spMkLst>
            <pc:docMk/>
            <pc:sldMk cId="3746605627" sldId="295"/>
            <ac:spMk id="9" creationId="{65B4A569-8C8D-4E17-82BA-5AF95C14819A}"/>
          </ac:spMkLst>
        </pc:spChg>
      </pc:sldChg>
      <pc:sldChg chg="modSp mod">
        <pc:chgData name="Nguyen Duy Dinh" userId="85d577be-e431-452d-a307-edf6bcf4bedc" providerId="ADAL" clId="{ED6819A6-C712-4662-8F65-19CBD1428903}" dt="2022-04-21T14:02:45.315" v="231" actId="1076"/>
        <pc:sldMkLst>
          <pc:docMk/>
          <pc:sldMk cId="914188902" sldId="296"/>
        </pc:sldMkLst>
        <pc:spChg chg="mod">
          <ac:chgData name="Nguyen Duy Dinh" userId="85d577be-e431-452d-a307-edf6bcf4bedc" providerId="ADAL" clId="{ED6819A6-C712-4662-8F65-19CBD1428903}" dt="2022-04-21T14:02:32.485" v="227" actId="403"/>
          <ac:spMkLst>
            <pc:docMk/>
            <pc:sldMk cId="914188902" sldId="296"/>
            <ac:spMk id="2" creationId="{831112B6-4B5C-46C9-98A8-076A7CF8AC7F}"/>
          </ac:spMkLst>
        </pc:spChg>
        <pc:spChg chg="mod">
          <ac:chgData name="Nguyen Duy Dinh" userId="85d577be-e431-452d-a307-edf6bcf4bedc" providerId="ADAL" clId="{ED6819A6-C712-4662-8F65-19CBD1428903}" dt="2022-04-21T14:02:45.315" v="231" actId="1076"/>
          <ac:spMkLst>
            <pc:docMk/>
            <pc:sldMk cId="914188902" sldId="296"/>
            <ac:spMk id="12" creationId="{535566C1-1DB3-4082-A7F6-6F5FD043BB32}"/>
          </ac:spMkLst>
        </pc:spChg>
      </pc:sldChg>
      <pc:sldChg chg="modSp mod">
        <pc:chgData name="Nguyen Duy Dinh" userId="85d577be-e431-452d-a307-edf6bcf4bedc" providerId="ADAL" clId="{ED6819A6-C712-4662-8F65-19CBD1428903}" dt="2022-04-21T14:03:11.797" v="236" actId="20577"/>
        <pc:sldMkLst>
          <pc:docMk/>
          <pc:sldMk cId="3591811527" sldId="297"/>
        </pc:sldMkLst>
        <pc:spChg chg="mod">
          <ac:chgData name="Nguyen Duy Dinh" userId="85d577be-e431-452d-a307-edf6bcf4bedc" providerId="ADAL" clId="{ED6819A6-C712-4662-8F65-19CBD1428903}" dt="2022-04-21T14:03:11.797" v="236" actId="20577"/>
          <ac:spMkLst>
            <pc:docMk/>
            <pc:sldMk cId="3591811527" sldId="297"/>
            <ac:spMk id="2" creationId="{831112B6-4B5C-46C9-98A8-076A7CF8AC7F}"/>
          </ac:spMkLst>
        </pc:spChg>
      </pc:sldChg>
      <pc:sldChg chg="modSp mod">
        <pc:chgData name="Nguyen Duy Dinh" userId="85d577be-e431-452d-a307-edf6bcf4bedc" providerId="ADAL" clId="{ED6819A6-C712-4662-8F65-19CBD1428903}" dt="2022-04-21T13:59:30.077" v="153" actId="404"/>
        <pc:sldMkLst>
          <pc:docMk/>
          <pc:sldMk cId="2176153224" sldId="299"/>
        </pc:sldMkLst>
        <pc:spChg chg="mod">
          <ac:chgData name="Nguyen Duy Dinh" userId="85d577be-e431-452d-a307-edf6bcf4bedc" providerId="ADAL" clId="{ED6819A6-C712-4662-8F65-19CBD1428903}" dt="2022-04-21T13:59:30.077" v="153" actId="404"/>
          <ac:spMkLst>
            <pc:docMk/>
            <pc:sldMk cId="2176153224" sldId="299"/>
            <ac:spMk id="2" creationId="{831112B6-4B5C-46C9-98A8-076A7CF8AC7F}"/>
          </ac:spMkLst>
        </pc:spChg>
      </pc:sldChg>
      <pc:sldChg chg="addSp modSp new mod">
        <pc:chgData name="Nguyen Duy Dinh" userId="85d577be-e431-452d-a307-edf6bcf4bedc" providerId="ADAL" clId="{ED6819A6-C712-4662-8F65-19CBD1428903}" dt="2022-05-12T15:19:54.450" v="672" actId="20577"/>
        <pc:sldMkLst>
          <pc:docMk/>
          <pc:sldMk cId="1702818396" sldId="300"/>
        </pc:sldMkLst>
        <pc:spChg chg="mod">
          <ac:chgData name="Nguyen Duy Dinh" userId="85d577be-e431-452d-a307-edf6bcf4bedc" providerId="ADAL" clId="{ED6819A6-C712-4662-8F65-19CBD1428903}" dt="2022-05-12T15:15:18.492" v="291" actId="20577"/>
          <ac:spMkLst>
            <pc:docMk/>
            <pc:sldMk cId="1702818396" sldId="300"/>
            <ac:spMk id="4" creationId="{67A460C7-96B6-4F26-E05A-52C06A978F67}"/>
          </ac:spMkLst>
        </pc:spChg>
        <pc:spChg chg="mod">
          <ac:chgData name="Nguyen Duy Dinh" userId="85d577be-e431-452d-a307-edf6bcf4bedc" providerId="ADAL" clId="{ED6819A6-C712-4662-8F65-19CBD1428903}" dt="2022-05-12T15:19:54.450" v="672" actId="20577"/>
          <ac:spMkLst>
            <pc:docMk/>
            <pc:sldMk cId="1702818396" sldId="300"/>
            <ac:spMk id="5" creationId="{FC9F1744-9474-5EAB-5173-5A6853623FCB}"/>
          </ac:spMkLst>
        </pc:spChg>
        <pc:spChg chg="add mod">
          <ac:chgData name="Nguyen Duy Dinh" userId="85d577be-e431-452d-a307-edf6bcf4bedc" providerId="ADAL" clId="{ED6819A6-C712-4662-8F65-19CBD1428903}" dt="2022-05-12T15:16:52.907" v="307" actId="1076"/>
          <ac:spMkLst>
            <pc:docMk/>
            <pc:sldMk cId="1702818396" sldId="300"/>
            <ac:spMk id="7" creationId="{0D8DF00A-F501-25DC-D5EC-56AA7EABDA3A}"/>
          </ac:spMkLst>
        </pc:spChg>
      </pc:sldChg>
    </pc:docChg>
  </pc:docChgLst>
  <pc:docChgLst>
    <pc:chgData name="Nguyen Duy Dinh" userId="85d577be-e431-452d-a307-edf6bcf4bedc" providerId="ADAL" clId="{8484DE9A-A91A-41FF-BF68-71DE5DE870E2}"/>
    <pc:docChg chg="addSld delSld modSld">
      <pc:chgData name="Nguyen Duy Dinh" userId="85d577be-e431-452d-a307-edf6bcf4bedc" providerId="ADAL" clId="{8484DE9A-A91A-41FF-BF68-71DE5DE870E2}" dt="2023-08-05T08:18:09.313" v="4" actId="47"/>
      <pc:docMkLst>
        <pc:docMk/>
      </pc:docMkLst>
      <pc:sldChg chg="modSp mod">
        <pc:chgData name="Nguyen Duy Dinh" userId="85d577be-e431-452d-a307-edf6bcf4bedc" providerId="ADAL" clId="{8484DE9A-A91A-41FF-BF68-71DE5DE870E2}" dt="2023-04-04T09:37:01.350" v="2"/>
        <pc:sldMkLst>
          <pc:docMk/>
          <pc:sldMk cId="1172546079" sldId="291"/>
        </pc:sldMkLst>
        <pc:spChg chg="mod">
          <ac:chgData name="Nguyen Duy Dinh" userId="85d577be-e431-452d-a307-edf6bcf4bedc" providerId="ADAL" clId="{8484DE9A-A91A-41FF-BF68-71DE5DE870E2}" dt="2023-04-04T09:37:01.350" v="2"/>
          <ac:spMkLst>
            <pc:docMk/>
            <pc:sldMk cId="1172546079" sldId="291"/>
            <ac:spMk id="2" creationId="{831112B6-4B5C-46C9-98A8-076A7CF8AC7F}"/>
          </ac:spMkLst>
        </pc:spChg>
      </pc:sldChg>
      <pc:sldChg chg="del">
        <pc:chgData name="Nguyen Duy Dinh" userId="85d577be-e431-452d-a307-edf6bcf4bedc" providerId="ADAL" clId="{8484DE9A-A91A-41FF-BF68-71DE5DE870E2}" dt="2022-11-01T09:03:18.509" v="0" actId="47"/>
        <pc:sldMkLst>
          <pc:docMk/>
          <pc:sldMk cId="1702818396" sldId="300"/>
        </pc:sldMkLst>
      </pc:sldChg>
      <pc:sldChg chg="new del">
        <pc:chgData name="Nguyen Duy Dinh" userId="85d577be-e431-452d-a307-edf6bcf4bedc" providerId="ADAL" clId="{8484DE9A-A91A-41FF-BF68-71DE5DE870E2}" dt="2023-08-05T08:18:09.313" v="4" actId="47"/>
        <pc:sldMkLst>
          <pc:docMk/>
          <pc:sldMk cId="4008471799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E77DFA0-9F5B-4212-BF99-A7F432A350FC}" type="datetimeFigureOut">
              <a:rPr lang="en-US" smtClean="0"/>
              <a:t>8/5/2023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6C6FDCA-184E-416A-880F-EB8F545B74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0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84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31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592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53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67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095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23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07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62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553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6FDCA-184E-416A-880F-EB8F545B74F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80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 bwMode="hidden">
          <a:xfrm>
            <a:off x="-1" y="-11738"/>
            <a:ext cx="9144002" cy="6858000"/>
            <a:chOff x="-1" y="0"/>
            <a:chExt cx="12192002" cy="6858000"/>
          </a:xfrm>
        </p:grpSpPr>
        <p:cxnSp>
          <p:nvCxnSpPr>
            <p:cNvPr id="18" name="Straight Connector 1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2" name="Straight Connector 5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5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3" name="Straight Connector 6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8" name="Straight Connector 5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6" name="Straight Connector 3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7" name="Straight Connector 4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Straight Connector 4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475" y="1049562"/>
            <a:ext cx="8229181" cy="3550578"/>
          </a:xfrm>
        </p:spPr>
        <p:txBody>
          <a:bodyPr anchor="ctr"/>
          <a:lstStyle>
            <a:lvl1pPr algn="ctr">
              <a:defRPr sz="6000" b="1"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475" y="4744715"/>
            <a:ext cx="8229181" cy="1753089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0" y="977275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cxnSpLocks/>
          </p:cNvCxnSpPr>
          <p:nvPr/>
        </p:nvCxnSpPr>
        <p:spPr>
          <a:xfrm>
            <a:off x="0" y="4672425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Viện Điện">
            <a:extLst>
              <a:ext uri="{FF2B5EF4-FFF2-40B4-BE49-F238E27FC236}">
                <a16:creationId xmlns:a16="http://schemas.microsoft.com/office/drawing/2014/main" id="{37261768-3EFD-4D77-8B66-07DB83A44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738"/>
            <a:ext cx="9144000" cy="98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2802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1878"/>
            <a:ext cx="8458200" cy="5770935"/>
          </a:xfrm>
        </p:spPr>
        <p:txBody>
          <a:bodyPr/>
          <a:lstStyle>
            <a:lvl1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  <a:lvl2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2pPr>
            <a:lvl3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3pPr>
            <a:lvl4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4pPr>
            <a:lvl5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6570788"/>
            <a:ext cx="9144000" cy="287215"/>
          </a:xfrm>
          <a:prstGeom prst="rect">
            <a:avLst/>
          </a:prstGeom>
          <a:gradFill>
            <a:gsLst>
              <a:gs pos="50000">
                <a:srgbClr val="C00000"/>
              </a:gs>
              <a:gs pos="0">
                <a:srgbClr val="5C0000"/>
              </a:gs>
              <a:gs pos="100000">
                <a:srgbClr val="5C0000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en-US" sz="3600">
              <a:latin typeface="Asana" panose="02000603000000000000" pitchFamily="2" charset="0"/>
              <a:ea typeface="Asana" panose="02000603000000000000" pitchFamily="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570788"/>
            <a:ext cx="2057400" cy="287215"/>
          </a:xfrm>
        </p:spPr>
        <p:txBody>
          <a:bodyPr/>
          <a:lstStyle>
            <a:lvl1pPr>
              <a:defRPr sz="1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51A1849-AD6A-4FFA-BA38-64B86BE9B30E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86050" y="6570788"/>
            <a:ext cx="3771900" cy="287215"/>
          </a:xfrm>
        </p:spPr>
        <p:txBody>
          <a:bodyPr/>
          <a:lstStyle>
            <a:lvl1pPr>
              <a:defRPr sz="1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570788"/>
            <a:ext cx="2057400" cy="287215"/>
          </a:xfrm>
        </p:spPr>
        <p:txBody>
          <a:bodyPr/>
          <a:lstStyle>
            <a:lvl1pPr>
              <a:defRPr sz="1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4DB263-F578-4ADD-9AF0-19D468B08029}"/>
              </a:ext>
            </a:extLst>
          </p:cNvPr>
          <p:cNvGrpSpPr/>
          <p:nvPr/>
        </p:nvGrpSpPr>
        <p:grpSpPr>
          <a:xfrm>
            <a:off x="0" y="0"/>
            <a:ext cx="9144000" cy="666876"/>
            <a:chOff x="-2224194" y="662940"/>
            <a:chExt cx="16085332" cy="11350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10B6E0-E2A6-476D-B1BC-8AE08450F5AE}"/>
                </a:ext>
              </a:extLst>
            </p:cNvPr>
            <p:cNvSpPr/>
            <p:nvPr/>
          </p:nvSpPr>
          <p:spPr>
            <a:xfrm>
              <a:off x="-2224194" y="662940"/>
              <a:ext cx="16085332" cy="1135082"/>
            </a:xfrm>
            <a:prstGeom prst="rect">
              <a:avLst/>
            </a:prstGeom>
            <a:gradFill flip="none" rotWithShape="1">
              <a:gsLst>
                <a:gs pos="55000">
                  <a:srgbClr val="990033"/>
                </a:gs>
                <a:gs pos="0">
                  <a:srgbClr val="C00000"/>
                </a:gs>
                <a:gs pos="100000">
                  <a:srgbClr val="5C0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Pentagon 34">
              <a:extLst>
                <a:ext uri="{FF2B5EF4-FFF2-40B4-BE49-F238E27FC236}">
                  <a16:creationId xmlns:a16="http://schemas.microsoft.com/office/drawing/2014/main" id="{649778FA-9C2C-4886-873D-B9513BA64AC8}"/>
                </a:ext>
              </a:extLst>
            </p:cNvPr>
            <p:cNvSpPr/>
            <p:nvPr/>
          </p:nvSpPr>
          <p:spPr>
            <a:xfrm>
              <a:off x="-2224190" y="662940"/>
              <a:ext cx="1905999" cy="1135082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cxnSp>
        <p:nvCxnSpPr>
          <p:cNvPr id="12" name="Straight Connector 11"/>
          <p:cNvCxnSpPr/>
          <p:nvPr/>
        </p:nvCxnSpPr>
        <p:spPr>
          <a:xfrm>
            <a:off x="0" y="704850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176960" y="1"/>
            <a:ext cx="7967040" cy="666874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Bahnschrift Semi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4" name="Picture 2" descr="No photo description available.">
            <a:extLst>
              <a:ext uri="{FF2B5EF4-FFF2-40B4-BE49-F238E27FC236}">
                <a16:creationId xmlns:a16="http://schemas.microsoft.com/office/drawing/2014/main" id="{0B84D07F-719F-405C-A66A-0DEA47055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" y="-9061"/>
            <a:ext cx="806917" cy="80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5797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601CAC-03B9-4BEE-BF89-E8994272CD0B}"/>
              </a:ext>
            </a:extLst>
          </p:cNvPr>
          <p:cNvSpPr/>
          <p:nvPr/>
        </p:nvSpPr>
        <p:spPr>
          <a:xfrm>
            <a:off x="-1" y="0"/>
            <a:ext cx="9144001" cy="769870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51000">
                <a:srgbClr val="990033"/>
              </a:gs>
              <a:gs pos="100000">
                <a:srgbClr val="5C00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A6753B3-8616-45EA-88C5-C4040828778A}"/>
              </a:ext>
            </a:extLst>
          </p:cNvPr>
          <p:cNvGrpSpPr/>
          <p:nvPr/>
        </p:nvGrpSpPr>
        <p:grpSpPr bwMode="hidden">
          <a:xfrm>
            <a:off x="-1" y="0"/>
            <a:ext cx="9144002" cy="6858000"/>
            <a:chOff x="-1" y="0"/>
            <a:chExt cx="12192002" cy="685800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5DC59BA-E9B8-41DF-A1E9-6078B3204C06}"/>
                </a:ext>
              </a:extLst>
            </p:cNvPr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5E758D-CCD0-451D-804D-2C41B434C9BA}"/>
                </a:ext>
              </a:extLst>
            </p:cNvPr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89DD0E9-C986-4720-9055-3772E66D9F24}"/>
                </a:ext>
              </a:extLst>
            </p:cNvPr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18BF1DB-28B3-422B-AE3E-751A065E7DC7}"/>
                </a:ext>
              </a:extLst>
            </p:cNvPr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0695C9C-5703-4A2A-8E9E-ABBCBACC18C5}"/>
                </a:ext>
              </a:extLst>
            </p:cNvPr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B06F64-445A-4DB1-B9DE-EE4C6F70E8A4}"/>
                </a:ext>
              </a:extLst>
            </p:cNvPr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05F5A12-FEE8-4142-8364-55764D779A4D}"/>
                </a:ext>
              </a:extLst>
            </p:cNvPr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8F9FE61-6F15-4537-A14F-3B835260A9B7}"/>
                </a:ext>
              </a:extLst>
            </p:cNvPr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545C53D-9AA2-445E-9583-DC10E604DA33}"/>
                </a:ext>
              </a:extLst>
            </p:cNvPr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B3F849E-BAA4-46D3-B3DF-AB9FE4733F46}"/>
                </a:ext>
              </a:extLst>
            </p:cNvPr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D59B068-C409-40A9-98DA-12E409966E98}"/>
                </a:ext>
              </a:extLst>
            </p:cNvPr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A30184B-6503-4500-B299-BFB88AD390EA}"/>
                </a:ext>
              </a:extLst>
            </p:cNvPr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4C9B6A7-2414-468E-B642-0A76B85B146C}"/>
                </a:ext>
              </a:extLst>
            </p:cNvPr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DA4A506-5A31-4641-9203-57EB128D6A11}"/>
                </a:ext>
              </a:extLst>
            </p:cNvPr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32E0179-A485-4922-8E16-70297F288B94}"/>
                </a:ext>
              </a:extLst>
            </p:cNvPr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1470294-BE52-4288-98D5-1794E01823A4}"/>
                </a:ext>
              </a:extLst>
            </p:cNvPr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5F4160D-0EB8-4CB6-8412-2AE0EDB2189A}"/>
                </a:ext>
              </a:extLst>
            </p:cNvPr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22B2A1D-D7B9-4423-8507-D8DFF2B74D07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BE6FD677-2782-45CF-8FF9-80869A8C11E4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D026DD0A-8DDF-4C0D-984F-4B1725D5F209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BB9DC1BC-99D2-45DB-BBDE-D2B624C825F8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DAFC11C-A1E3-4B87-9571-C59830ABFBCC}"/>
                  </a:ext>
                </a:extLst>
              </p:cNvPr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2EC8C003-C0D5-4AB5-A331-482C86F5DC1E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59389985-F167-4D21-BF9A-3DB49711CA8A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815240C5-766D-484E-8761-8F69F33E441E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8D700EDF-C466-42E1-ADF7-B2D2EB278E36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BE1F8E54-7770-4888-A195-4EAD0BCFAB3D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823A30E9-989F-4063-8D16-685B7688582E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72FDF9B1-5B03-44A0-8168-66EDBCC58326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B9B98BB-8B7A-4D4A-9C98-98C3FCCB864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A9231D8-52C8-4DA1-B292-207325D1E09E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4990E9B9-60B6-49C9-82E3-D5F5848D1517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5891DED4-3589-4845-B1E5-91F7C5B862D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BEA6C90-4610-42A5-B851-57E83C0A30A1}"/>
                </a:ext>
              </a:extLst>
            </p:cNvPr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466F00E-4B25-4399-B79B-7D38441F8EF9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36DD2F3-4DE7-454F-9591-C70043244D70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BDE278B-E86A-4102-B1DE-805B2F04B4CF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2900731-59D9-4E8E-9863-F834C90C4D49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8F4C4C7F-B14D-4107-A8B3-5B130970C030}"/>
                  </a:ext>
                </a:extLst>
              </p:cNvPr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DBCBFB09-F076-4EAE-B828-9110D3A35330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4244A454-38CF-49C8-AB3B-F65473389328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75ECDC3B-B51C-497F-B007-2B54AB949F3D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ECE3A622-0DAE-464D-8662-BFB85ED01057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B78F5001-C16E-40FC-B408-8FBD83AA09B7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73FD5AF6-6155-44A2-A21C-4095F88773A5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F257EE55-AABB-49A7-A9D1-0BE4826A58C2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69827082-056F-45D1-9C61-7B4276346A13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0B1A129C-D707-48CF-BFFD-632EECFE28D7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F53A266-522A-43AB-A7BF-6497864D0B5F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0CF6BF0-EAE2-46F0-85B5-9C35DD86921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2"/>
            <a:ext cx="7886700" cy="2852737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7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entagon 12">
            <a:extLst>
              <a:ext uri="{FF2B5EF4-FFF2-40B4-BE49-F238E27FC236}">
                <a16:creationId xmlns:a16="http://schemas.microsoft.com/office/drawing/2014/main" id="{1A5726DB-7AF7-49E1-A7CF-AD38678A1731}"/>
              </a:ext>
            </a:extLst>
          </p:cNvPr>
          <p:cNvSpPr/>
          <p:nvPr/>
        </p:nvSpPr>
        <p:spPr>
          <a:xfrm>
            <a:off x="3" y="544"/>
            <a:ext cx="1290178" cy="769326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D5957A-A976-42D9-B951-F11815A0F70D}"/>
              </a:ext>
            </a:extLst>
          </p:cNvPr>
          <p:cNvCxnSpPr>
            <a:cxnSpLocks/>
          </p:cNvCxnSpPr>
          <p:nvPr/>
        </p:nvCxnSpPr>
        <p:spPr>
          <a:xfrm>
            <a:off x="0" y="807489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2" descr="No photo description available.">
            <a:extLst>
              <a:ext uri="{FF2B5EF4-FFF2-40B4-BE49-F238E27FC236}">
                <a16:creationId xmlns:a16="http://schemas.microsoft.com/office/drawing/2014/main" id="{E26C7887-00E9-4D34-80D8-4E6A83844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6" y="0"/>
            <a:ext cx="769870" cy="769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284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A5809-5FC1-4CBA-80B6-208794B6BAB7}" type="datetime1">
              <a:rPr lang="en-US" smtClean="0"/>
              <a:t>8/5/2023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20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826FC-2E46-467F-AFC5-8CE6E320F8B8}" type="datetime1">
              <a:rPr lang="en-US" smtClean="0"/>
              <a:t>8/5/2023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83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0353-4FA5-44DE-BFDA-723D1176DA1B}" type="datetime1">
              <a:rPr lang="en-US" smtClean="0"/>
              <a:t>8/5/2023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71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F169-2236-4473-BF89-79353E1B981F}" type="datetime1">
              <a:rPr lang="en-US" smtClean="0"/>
              <a:t>8/5/2023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271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9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CEF7C-36C4-4225-93A0-D910823E1750}" type="datetime1">
              <a:rPr lang="en-US" smtClean="0"/>
              <a:t>8/5/2023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77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9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AD111-713B-4138-9D96-7C5F916BCECF}" type="datetime1">
              <a:rPr lang="en-US" smtClean="0"/>
              <a:t>8/5/2023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12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FEC3D-3613-45B6-A7A0-1BAE82D52CA4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13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33180-4973-456F-A1FB-262273C23109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25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841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2933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10D63-8F34-49D5-8AE8-B4D88EC958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1" y="2364262"/>
            <a:ext cx="7886700" cy="177937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defRPr sz="4200" b="0">
                <a:solidFill>
                  <a:srgbClr val="C00000"/>
                </a:solidFill>
                <a:latin typeface="Lato Black" panose="020F0A02020204030203" pitchFamily="34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3" descr="Text&#10;&#10;Description automatically generated">
            <a:extLst>
              <a:ext uri="{FF2B5EF4-FFF2-40B4-BE49-F238E27FC236}">
                <a16:creationId xmlns:a16="http://schemas.microsoft.com/office/drawing/2014/main" id="{A9508D33-A340-4113-B719-47D69FBD03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12" y="317041"/>
            <a:ext cx="2576374" cy="93621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D52D2AC-1BAF-4A4E-AB01-17B580006905}"/>
              </a:ext>
            </a:extLst>
          </p:cNvPr>
          <p:cNvSpPr txBox="1">
            <a:spLocks/>
          </p:cNvSpPr>
          <p:nvPr/>
        </p:nvSpPr>
        <p:spPr>
          <a:xfrm>
            <a:off x="628651" y="4006378"/>
            <a:ext cx="7886700" cy="15788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+mj-ea"/>
                <a:cs typeface="Lato" panose="020F0502020204030203" pitchFamily="34" charset="0"/>
              </a:defRPr>
            </a:lvl1pPr>
          </a:lstStyle>
          <a:p>
            <a:endParaRPr lang="en-US" sz="3000" b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1D25624-09E1-4026-8475-7A6A3D14EF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1923" y="4237510"/>
            <a:ext cx="6549081" cy="5651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C00000"/>
                </a:solidFill>
                <a:latin typeface="+mj-lt"/>
                <a:cs typeface="Lato" panose="020F050202020403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23429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62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  <a:ea typeface="Bahnschrift SemiBold" panose="020B0502040204020203" pitchFamily="34" charset="0"/>
                <a:cs typeface="Lato" panose="020F0502020204030203" pitchFamily="34" charset="0"/>
              </a:defRPr>
            </a:lvl1pPr>
          </a:lstStyle>
          <a:p>
            <a:fld id="{9A2D9366-405A-4562-91CD-04DE1A21DC2B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1" y="6565262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  <a:ea typeface="Bahnschrift SemiBold" panose="020B050204020402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3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  <a:ea typeface="Bahnschrift SemiBold" panose="020B0502040204020203" pitchFamily="34" charset="0"/>
                <a:cs typeface="Lato" panose="020F0502020204030203" pitchFamily="34" charset="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8" y="2"/>
            <a:ext cx="8673846" cy="581025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52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400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360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320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320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DD6B5-F542-405C-90AF-D00312D78C76}"/>
              </a:ext>
            </a:extLst>
          </p:cNvPr>
          <p:cNvSpPr/>
          <p:nvPr/>
        </p:nvSpPr>
        <p:spPr>
          <a:xfrm>
            <a:off x="517396" y="6309320"/>
            <a:ext cx="2392881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62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E0D151-6720-4FE9-AD91-713AC2B306A0}"/>
              </a:ext>
            </a:extLst>
          </p:cNvPr>
          <p:cNvCxnSpPr>
            <a:cxnSpLocks/>
          </p:cNvCxnSpPr>
          <p:nvPr/>
        </p:nvCxnSpPr>
        <p:spPr>
          <a:xfrm flipH="1">
            <a:off x="628650" y="6500957"/>
            <a:ext cx="8296134" cy="0"/>
          </a:xfrm>
          <a:prstGeom prst="line">
            <a:avLst/>
          </a:prstGeom>
          <a:ln w="38100">
            <a:solidFill>
              <a:srgbClr val="C0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007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62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A5106A0C-F78E-4A30-A493-C24E40C3D887}" type="datetime1">
              <a:rPr lang="en-US" smtClean="0"/>
              <a:t>8/5/2023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1" y="6565262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3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8" y="78618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2940416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62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7AB2AEF9-FA73-45D3-A2A8-FFD412A9A334}" type="datetime1">
              <a:rPr lang="en-US" smtClean="0"/>
              <a:t>8/5/2023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1" y="6565262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3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8" y="78618"/>
            <a:ext cx="8673846" cy="451739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bg1"/>
                </a:solidFill>
                <a:latin typeface="Lato Black" panose="020F0A02020204030203" pitchFamily="34" charset="0"/>
                <a:ea typeface="Lato Black" panose="020F0A02020204030203" pitchFamily="34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2" y="764704"/>
            <a:ext cx="8674100" cy="547260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 sz="280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240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200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200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43252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20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2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62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BE8CC94-07AB-4E9B-BA47-80F6C8E9C11D}" type="datetime1">
              <a:rPr lang="en-US" smtClean="0"/>
              <a:t>8/5/2023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1" y="6565262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3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438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8" y="78618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5: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62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ABBA0DD0-038A-4CF0-BDA5-2C3812AD21F9}" type="datetime1">
              <a:rPr lang="en-US" smtClean="0"/>
              <a:t>8/5/2023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1" y="6565262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3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537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62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7512BDAF-06B2-4B2A-B1BA-6DD1B16FD0CD}" type="datetime1">
              <a:rPr lang="en-US" smtClean="0"/>
              <a:t>8/5/2023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1" y="6565262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3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9489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3179-DF91-4A59-892A-7DE41EEF2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AF0103-487E-421A-9B10-6ECECE88C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9" indent="0" algn="ctr">
              <a:buNone/>
              <a:defRPr sz="1500"/>
            </a:lvl2pPr>
            <a:lvl3pPr marL="685817" indent="0" algn="ctr">
              <a:buNone/>
              <a:defRPr sz="1350"/>
            </a:lvl3pPr>
            <a:lvl4pPr marL="1028726" indent="0" algn="ctr">
              <a:buNone/>
              <a:defRPr sz="1200"/>
            </a:lvl4pPr>
            <a:lvl5pPr marL="1371634" indent="0" algn="ctr">
              <a:buNone/>
              <a:defRPr sz="1200"/>
            </a:lvl5pPr>
            <a:lvl6pPr marL="1714543" indent="0" algn="ctr">
              <a:buNone/>
              <a:defRPr sz="1200"/>
            </a:lvl6pPr>
            <a:lvl7pPr marL="2057451" indent="0" algn="ctr">
              <a:buNone/>
              <a:defRPr sz="1200"/>
            </a:lvl7pPr>
            <a:lvl8pPr marL="2400360" indent="0" algn="ctr">
              <a:buNone/>
              <a:defRPr sz="1200"/>
            </a:lvl8pPr>
            <a:lvl9pPr marL="2743269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60598-E94A-4AED-9C3B-46BB46AE4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72D5-4F51-457C-A6E3-698ADD65451E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EFE59-1CEF-47F9-A3AA-A7233F2E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A4C7B-68E0-472E-A873-827A0D6D2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9C4-8563-484E-8289-CC77FCC48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4255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1881"/>
            <a:ext cx="8458200" cy="5770935"/>
          </a:xfrm>
        </p:spPr>
        <p:txBody>
          <a:bodyPr/>
          <a:lstStyle>
            <a:lvl1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  <a:lvl2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2pPr>
            <a:lvl3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3pPr>
            <a:lvl4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4pPr>
            <a:lvl5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570791"/>
            <a:ext cx="2057400" cy="287215"/>
          </a:xfrm>
        </p:spPr>
        <p:txBody>
          <a:bodyPr/>
          <a:lstStyle>
            <a:lvl1pPr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F259BDE9-B328-4B8C-B28B-6D0CA72B36BF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86051" y="6570791"/>
            <a:ext cx="3771900" cy="287215"/>
          </a:xfrm>
        </p:spPr>
        <p:txBody>
          <a:bodyPr/>
          <a:lstStyle>
            <a:lvl1pPr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570791"/>
            <a:ext cx="2057400" cy="287215"/>
          </a:xfrm>
        </p:spPr>
        <p:txBody>
          <a:bodyPr/>
          <a:lstStyle>
            <a:lvl1pPr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176960" y="1"/>
            <a:ext cx="7967040" cy="666874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bg1"/>
                </a:solidFill>
                <a:latin typeface="Bahnschrift Semi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1015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73630-065D-4764-AA4D-0261FDF19441}" type="datetime1">
              <a:rPr lang="en-US" smtClean="0"/>
              <a:t>8/5/2023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591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9" indent="0">
              <a:buNone/>
              <a:defRPr sz="1500" b="1"/>
            </a:lvl2pPr>
            <a:lvl3pPr marL="685817" indent="0">
              <a:buNone/>
              <a:defRPr sz="1350" b="1"/>
            </a:lvl3pPr>
            <a:lvl4pPr marL="1028726" indent="0">
              <a:buNone/>
              <a:defRPr sz="1200" b="1"/>
            </a:lvl4pPr>
            <a:lvl5pPr marL="1371634" indent="0">
              <a:buNone/>
              <a:defRPr sz="1200" b="1"/>
            </a:lvl5pPr>
            <a:lvl6pPr marL="1714543" indent="0">
              <a:buNone/>
              <a:defRPr sz="1200" b="1"/>
            </a:lvl6pPr>
            <a:lvl7pPr marL="2057451" indent="0">
              <a:buNone/>
              <a:defRPr sz="1200" b="1"/>
            </a:lvl7pPr>
            <a:lvl8pPr marL="2400360" indent="0">
              <a:buNone/>
              <a:defRPr sz="1200" b="1"/>
            </a:lvl8pPr>
            <a:lvl9pPr marL="2743269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9" indent="0">
              <a:buNone/>
              <a:defRPr sz="1500" b="1"/>
            </a:lvl2pPr>
            <a:lvl3pPr marL="685817" indent="0">
              <a:buNone/>
              <a:defRPr sz="1350" b="1"/>
            </a:lvl3pPr>
            <a:lvl4pPr marL="1028726" indent="0">
              <a:buNone/>
              <a:defRPr sz="1200" b="1"/>
            </a:lvl4pPr>
            <a:lvl5pPr marL="1371634" indent="0">
              <a:buNone/>
              <a:defRPr sz="1200" b="1"/>
            </a:lvl5pPr>
            <a:lvl6pPr marL="1714543" indent="0">
              <a:buNone/>
              <a:defRPr sz="1200" b="1"/>
            </a:lvl6pPr>
            <a:lvl7pPr marL="2057451" indent="0">
              <a:buNone/>
              <a:defRPr sz="1200" b="1"/>
            </a:lvl7pPr>
            <a:lvl8pPr marL="2400360" indent="0">
              <a:buNone/>
              <a:defRPr sz="1200" b="1"/>
            </a:lvl8pPr>
            <a:lvl9pPr marL="2743269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40B48-737F-437B-8729-3366884E8B4C}" type="datetime1">
              <a:rPr lang="en-US" smtClean="0"/>
              <a:t>8/5/2023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0161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44F7-77FB-46E6-B339-8125B572B75E}" type="datetime1">
              <a:rPr lang="en-US" smtClean="0"/>
              <a:t>8/5/2023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165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2"/>
            <a:ext cx="7886700" cy="2852737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7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49386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 bwMode="hidden">
          <a:xfrm>
            <a:off x="-1" y="-11738"/>
            <a:ext cx="9144002" cy="6858000"/>
            <a:chOff x="-1" y="0"/>
            <a:chExt cx="12192002" cy="6858000"/>
          </a:xfrm>
        </p:grpSpPr>
        <p:cxnSp>
          <p:nvCxnSpPr>
            <p:cNvPr id="18" name="Straight Connector 1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2" name="Straight Connector 5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5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3" name="Straight Connector 6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8" name="Straight Connector 5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6" name="Straight Connector 3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7" name="Straight Connector 4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Straight Connector 4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476" y="1049562"/>
            <a:ext cx="8229181" cy="3550578"/>
          </a:xfrm>
        </p:spPr>
        <p:txBody>
          <a:bodyPr anchor="ctr"/>
          <a:lstStyle>
            <a:lvl1pPr algn="ctr">
              <a:defRPr sz="4500" b="1"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476" y="4744718"/>
            <a:ext cx="8229181" cy="1753089"/>
          </a:xfrm>
        </p:spPr>
        <p:txBody>
          <a:bodyPr anchor="ctr"/>
          <a:lstStyle>
            <a:lvl1pPr marL="0" indent="0" algn="ctr">
              <a:buNone/>
              <a:defRPr sz="1800"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  <a:lvl2pPr marL="342909" indent="0" algn="ctr">
              <a:buNone/>
              <a:defRPr sz="1500"/>
            </a:lvl2pPr>
            <a:lvl3pPr marL="685817" indent="0" algn="ctr">
              <a:buNone/>
              <a:defRPr sz="1350"/>
            </a:lvl3pPr>
            <a:lvl4pPr marL="1028726" indent="0" algn="ctr">
              <a:buNone/>
              <a:defRPr sz="1200"/>
            </a:lvl4pPr>
            <a:lvl5pPr marL="1371634" indent="0" algn="ctr">
              <a:buNone/>
              <a:defRPr sz="1200"/>
            </a:lvl5pPr>
            <a:lvl6pPr marL="1714543" indent="0" algn="ctr">
              <a:buNone/>
              <a:defRPr sz="1200"/>
            </a:lvl6pPr>
            <a:lvl7pPr marL="2057451" indent="0" algn="ctr">
              <a:buNone/>
              <a:defRPr sz="1200"/>
            </a:lvl7pPr>
            <a:lvl8pPr marL="2400360" indent="0" algn="ctr">
              <a:buNone/>
              <a:defRPr sz="1200"/>
            </a:lvl8pPr>
            <a:lvl9pPr marL="2743269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0" y="977275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cxnSpLocks/>
          </p:cNvCxnSpPr>
          <p:nvPr/>
        </p:nvCxnSpPr>
        <p:spPr>
          <a:xfrm>
            <a:off x="0" y="4672425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Viện Điện">
            <a:extLst>
              <a:ext uri="{FF2B5EF4-FFF2-40B4-BE49-F238E27FC236}">
                <a16:creationId xmlns:a16="http://schemas.microsoft.com/office/drawing/2014/main" id="{37261768-3EFD-4D77-8B66-07DB83A44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738"/>
            <a:ext cx="9144000" cy="98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4149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1881"/>
            <a:ext cx="8458200" cy="5770935"/>
          </a:xfrm>
        </p:spPr>
        <p:txBody>
          <a:bodyPr/>
          <a:lstStyle>
            <a:lvl1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1pPr>
            <a:lvl2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2pPr>
            <a:lvl3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3pPr>
            <a:lvl4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4pPr>
            <a:lvl5pPr>
              <a:defRPr>
                <a:solidFill>
                  <a:srgbClr val="5C0000"/>
                </a:solidFill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6570791"/>
            <a:ext cx="9144000" cy="287215"/>
          </a:xfrm>
          <a:prstGeom prst="rect">
            <a:avLst/>
          </a:prstGeom>
          <a:gradFill>
            <a:gsLst>
              <a:gs pos="50000">
                <a:srgbClr val="C00000"/>
              </a:gs>
              <a:gs pos="0">
                <a:srgbClr val="5C0000"/>
              </a:gs>
              <a:gs pos="100000">
                <a:srgbClr val="5C0000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50"/>
              </a:spcBef>
              <a:spcAft>
                <a:spcPts val="450"/>
              </a:spcAft>
            </a:pPr>
            <a:endParaRPr lang="en-US" sz="2700">
              <a:latin typeface="Asana" panose="02000603000000000000" pitchFamily="2" charset="0"/>
              <a:ea typeface="Asana" panose="02000603000000000000" pitchFamily="2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570791"/>
            <a:ext cx="2057400" cy="287215"/>
          </a:xfrm>
        </p:spPr>
        <p:txBody>
          <a:bodyPr/>
          <a:lstStyle>
            <a:lvl1pPr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0A3954E1-B11D-4FC6-826E-73A69963D5CF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86051" y="6570791"/>
            <a:ext cx="3771900" cy="287215"/>
          </a:xfrm>
        </p:spPr>
        <p:txBody>
          <a:bodyPr/>
          <a:lstStyle>
            <a:lvl1pPr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570791"/>
            <a:ext cx="2057400" cy="287215"/>
          </a:xfrm>
        </p:spPr>
        <p:txBody>
          <a:bodyPr/>
          <a:lstStyle>
            <a:lvl1pPr>
              <a:defRPr sz="105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4DB263-F578-4ADD-9AF0-19D468B08029}"/>
              </a:ext>
            </a:extLst>
          </p:cNvPr>
          <p:cNvGrpSpPr/>
          <p:nvPr/>
        </p:nvGrpSpPr>
        <p:grpSpPr>
          <a:xfrm>
            <a:off x="0" y="0"/>
            <a:ext cx="9144000" cy="666876"/>
            <a:chOff x="-2224194" y="662940"/>
            <a:chExt cx="16085332" cy="11350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10B6E0-E2A6-476D-B1BC-8AE08450F5AE}"/>
                </a:ext>
              </a:extLst>
            </p:cNvPr>
            <p:cNvSpPr/>
            <p:nvPr/>
          </p:nvSpPr>
          <p:spPr>
            <a:xfrm>
              <a:off x="-2224194" y="662940"/>
              <a:ext cx="16085332" cy="1135082"/>
            </a:xfrm>
            <a:prstGeom prst="rect">
              <a:avLst/>
            </a:prstGeom>
            <a:gradFill flip="none" rotWithShape="1">
              <a:gsLst>
                <a:gs pos="55000">
                  <a:srgbClr val="990033"/>
                </a:gs>
                <a:gs pos="0">
                  <a:srgbClr val="C00000"/>
                </a:gs>
                <a:gs pos="100000">
                  <a:srgbClr val="5C000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Pentagon 34">
              <a:extLst>
                <a:ext uri="{FF2B5EF4-FFF2-40B4-BE49-F238E27FC236}">
                  <a16:creationId xmlns:a16="http://schemas.microsoft.com/office/drawing/2014/main" id="{649778FA-9C2C-4886-873D-B9513BA64AC8}"/>
                </a:ext>
              </a:extLst>
            </p:cNvPr>
            <p:cNvSpPr/>
            <p:nvPr/>
          </p:nvSpPr>
          <p:spPr>
            <a:xfrm>
              <a:off x="-2224190" y="662940"/>
              <a:ext cx="1905999" cy="1135082"/>
            </a:xfrm>
            <a:prstGeom prst="homePlat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cxnSp>
        <p:nvCxnSpPr>
          <p:cNvPr id="12" name="Straight Connector 11"/>
          <p:cNvCxnSpPr/>
          <p:nvPr/>
        </p:nvCxnSpPr>
        <p:spPr>
          <a:xfrm>
            <a:off x="0" y="704850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176960" y="1"/>
            <a:ext cx="7967040" cy="666874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bg1"/>
                </a:solidFill>
                <a:latin typeface="Bahnschrift Semi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4" name="Picture 2" descr="No photo description available.">
            <a:extLst>
              <a:ext uri="{FF2B5EF4-FFF2-40B4-BE49-F238E27FC236}">
                <a16:creationId xmlns:a16="http://schemas.microsoft.com/office/drawing/2014/main" id="{0B84D07F-719F-405C-A66A-0DEA47055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" y="-9061"/>
            <a:ext cx="806917" cy="80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1723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601CAC-03B9-4BEE-BF89-E8994272CD0B}"/>
              </a:ext>
            </a:extLst>
          </p:cNvPr>
          <p:cNvSpPr/>
          <p:nvPr/>
        </p:nvSpPr>
        <p:spPr>
          <a:xfrm>
            <a:off x="-1" y="0"/>
            <a:ext cx="9144001" cy="769870"/>
          </a:xfrm>
          <a:prstGeom prst="rect">
            <a:avLst/>
          </a:prstGeom>
          <a:gradFill flip="none" rotWithShape="1">
            <a:gsLst>
              <a:gs pos="0">
                <a:srgbClr val="C00000"/>
              </a:gs>
              <a:gs pos="51000">
                <a:srgbClr val="990033"/>
              </a:gs>
              <a:gs pos="100000">
                <a:srgbClr val="5C00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A6753B3-8616-45EA-88C5-C4040828778A}"/>
              </a:ext>
            </a:extLst>
          </p:cNvPr>
          <p:cNvGrpSpPr/>
          <p:nvPr/>
        </p:nvGrpSpPr>
        <p:grpSpPr bwMode="hidden">
          <a:xfrm>
            <a:off x="-1" y="0"/>
            <a:ext cx="9144002" cy="6858000"/>
            <a:chOff x="-1" y="0"/>
            <a:chExt cx="12192002" cy="685800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5DC59BA-E9B8-41DF-A1E9-6078B3204C06}"/>
                </a:ext>
              </a:extLst>
            </p:cNvPr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5E758D-CCD0-451D-804D-2C41B434C9BA}"/>
                </a:ext>
              </a:extLst>
            </p:cNvPr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89DD0E9-C986-4720-9055-3772E66D9F24}"/>
                </a:ext>
              </a:extLst>
            </p:cNvPr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18BF1DB-28B3-422B-AE3E-751A065E7DC7}"/>
                </a:ext>
              </a:extLst>
            </p:cNvPr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0695C9C-5703-4A2A-8E9E-ABBCBACC18C5}"/>
                </a:ext>
              </a:extLst>
            </p:cNvPr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B06F64-445A-4DB1-B9DE-EE4C6F70E8A4}"/>
                </a:ext>
              </a:extLst>
            </p:cNvPr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05F5A12-FEE8-4142-8364-55764D779A4D}"/>
                </a:ext>
              </a:extLst>
            </p:cNvPr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8F9FE61-6F15-4537-A14F-3B835260A9B7}"/>
                </a:ext>
              </a:extLst>
            </p:cNvPr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545C53D-9AA2-445E-9583-DC10E604DA33}"/>
                </a:ext>
              </a:extLst>
            </p:cNvPr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B3F849E-BAA4-46D3-B3DF-AB9FE4733F46}"/>
                </a:ext>
              </a:extLst>
            </p:cNvPr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D59B068-C409-40A9-98DA-12E409966E98}"/>
                </a:ext>
              </a:extLst>
            </p:cNvPr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A30184B-6503-4500-B299-BFB88AD390EA}"/>
                </a:ext>
              </a:extLst>
            </p:cNvPr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4C9B6A7-2414-468E-B642-0A76B85B146C}"/>
                </a:ext>
              </a:extLst>
            </p:cNvPr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DA4A506-5A31-4641-9203-57EB128D6A11}"/>
                </a:ext>
              </a:extLst>
            </p:cNvPr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32E0179-A485-4922-8E16-70297F288B94}"/>
                </a:ext>
              </a:extLst>
            </p:cNvPr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1470294-BE52-4288-98D5-1794E01823A4}"/>
                </a:ext>
              </a:extLst>
            </p:cNvPr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5F4160D-0EB8-4CB6-8412-2AE0EDB2189A}"/>
                </a:ext>
              </a:extLst>
            </p:cNvPr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22B2A1D-D7B9-4423-8507-D8DFF2B74D07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BE6FD677-2782-45CF-8FF9-80869A8C11E4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D026DD0A-8DDF-4C0D-984F-4B1725D5F209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BB9DC1BC-99D2-45DB-BBDE-D2B624C825F8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DAFC11C-A1E3-4B87-9571-C59830ABFBCC}"/>
                  </a:ext>
                </a:extLst>
              </p:cNvPr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2EC8C003-C0D5-4AB5-A331-482C86F5DC1E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59389985-F167-4D21-BF9A-3DB49711CA8A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815240C5-766D-484E-8761-8F69F33E441E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8D700EDF-C466-42E1-ADF7-B2D2EB278E36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BE1F8E54-7770-4888-A195-4EAD0BCFAB3D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823A30E9-989F-4063-8D16-685B7688582E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72FDF9B1-5B03-44A0-8168-66EDBCC58326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B9B98BB-8B7A-4D4A-9C98-98C3FCCB864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A9231D8-52C8-4DA1-B292-207325D1E09E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4990E9B9-60B6-49C9-82E3-D5F5848D1517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5891DED4-3589-4845-B1E5-91F7C5B862D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BEA6C90-4610-42A5-B851-57E83C0A30A1}"/>
                </a:ext>
              </a:extLst>
            </p:cNvPr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466F00E-4B25-4399-B79B-7D38441F8EF9}"/>
                  </a:ext>
                </a:extLst>
              </p:cNvPr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36DD2F3-4DE7-454F-9591-C70043244D70}"/>
                  </a:ext>
                </a:extLst>
              </p:cNvPr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BDE278B-E86A-4102-B1DE-805B2F04B4CF}"/>
                  </a:ext>
                </a:extLst>
              </p:cNvPr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2900731-59D9-4E8E-9863-F834C90C4D49}"/>
                  </a:ext>
                </a:extLst>
              </p:cNvPr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8F4C4C7F-B14D-4107-A8B3-5B130970C030}"/>
                  </a:ext>
                </a:extLst>
              </p:cNvPr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DBCBFB09-F076-4EAE-B828-9110D3A35330}"/>
                  </a:ext>
                </a:extLst>
              </p:cNvPr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4244A454-38CF-49C8-AB3B-F65473389328}"/>
                    </a:ext>
                  </a:extLst>
                </p:cNvPr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75ECDC3B-B51C-497F-B007-2B54AB949F3D}"/>
                    </a:ext>
                  </a:extLst>
                </p:cNvPr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ECE3A622-0DAE-464D-8662-BFB85ED01057}"/>
                    </a:ext>
                  </a:extLst>
                </p:cNvPr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B78F5001-C16E-40FC-B408-8FBD83AA09B7}"/>
                    </a:ext>
                  </a:extLst>
                </p:cNvPr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73FD5AF6-6155-44A2-A21C-4095F88773A5}"/>
                    </a:ext>
                  </a:extLst>
                </p:cNvPr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F257EE55-AABB-49A7-A9D1-0BE4826A58C2}"/>
                  </a:ext>
                </a:extLst>
              </p:cNvPr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69827082-056F-45D1-9C61-7B4276346A13}"/>
                  </a:ext>
                </a:extLst>
              </p:cNvPr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0B1A129C-D707-48CF-BFFD-632EECFE28D7}"/>
                  </a:ext>
                </a:extLst>
              </p:cNvPr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F53A266-522A-43AB-A7BF-6497864D0B5F}"/>
                  </a:ext>
                </a:extLst>
              </p:cNvPr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0CF6BF0-EAE2-46F0-85B5-9C35DD869219}"/>
                  </a:ext>
                </a:extLst>
              </p:cNvPr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5"/>
            <a:ext cx="7886700" cy="2852737"/>
          </a:xfrm>
        </p:spPr>
        <p:txBody>
          <a:bodyPr anchor="b"/>
          <a:lstStyle>
            <a:lvl1pPr algn="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70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1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3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4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5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6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entagon 12">
            <a:extLst>
              <a:ext uri="{FF2B5EF4-FFF2-40B4-BE49-F238E27FC236}">
                <a16:creationId xmlns:a16="http://schemas.microsoft.com/office/drawing/2014/main" id="{1A5726DB-7AF7-49E1-A7CF-AD38678A1731}"/>
              </a:ext>
            </a:extLst>
          </p:cNvPr>
          <p:cNvSpPr/>
          <p:nvPr/>
        </p:nvSpPr>
        <p:spPr>
          <a:xfrm>
            <a:off x="3" y="544"/>
            <a:ext cx="1290178" cy="769326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D5957A-A976-42D9-B951-F11815A0F70D}"/>
              </a:ext>
            </a:extLst>
          </p:cNvPr>
          <p:cNvCxnSpPr>
            <a:cxnSpLocks/>
          </p:cNvCxnSpPr>
          <p:nvPr/>
        </p:nvCxnSpPr>
        <p:spPr>
          <a:xfrm>
            <a:off x="0" y="807489"/>
            <a:ext cx="9144000" cy="0"/>
          </a:xfrm>
          <a:prstGeom prst="line">
            <a:avLst/>
          </a:prstGeom>
          <a:ln w="19050">
            <a:solidFill>
              <a:srgbClr val="5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2" descr="No photo description available.">
            <a:extLst>
              <a:ext uri="{FF2B5EF4-FFF2-40B4-BE49-F238E27FC236}">
                <a16:creationId xmlns:a16="http://schemas.microsoft.com/office/drawing/2014/main" id="{E26C7887-00E9-4D34-80D8-4E6A83844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6" y="0"/>
            <a:ext cx="769870" cy="769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37653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F3A2-65E8-4EB6-9936-19C72F98D529}" type="datetime1">
              <a:rPr lang="en-US" smtClean="0"/>
              <a:t>8/5/2023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298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9" indent="0">
              <a:buNone/>
              <a:defRPr sz="1500" b="1"/>
            </a:lvl2pPr>
            <a:lvl3pPr marL="685817" indent="0">
              <a:buNone/>
              <a:defRPr sz="1350" b="1"/>
            </a:lvl3pPr>
            <a:lvl4pPr marL="1028726" indent="0">
              <a:buNone/>
              <a:defRPr sz="1200" b="1"/>
            </a:lvl4pPr>
            <a:lvl5pPr marL="1371634" indent="0">
              <a:buNone/>
              <a:defRPr sz="1200" b="1"/>
            </a:lvl5pPr>
            <a:lvl6pPr marL="1714543" indent="0">
              <a:buNone/>
              <a:defRPr sz="1200" b="1"/>
            </a:lvl6pPr>
            <a:lvl7pPr marL="2057451" indent="0">
              <a:buNone/>
              <a:defRPr sz="1200" b="1"/>
            </a:lvl7pPr>
            <a:lvl8pPr marL="2400360" indent="0">
              <a:buNone/>
              <a:defRPr sz="1200" b="1"/>
            </a:lvl8pPr>
            <a:lvl9pPr marL="2743269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9" indent="0">
              <a:buNone/>
              <a:defRPr sz="1500" b="1"/>
            </a:lvl2pPr>
            <a:lvl3pPr marL="685817" indent="0">
              <a:buNone/>
              <a:defRPr sz="1350" b="1"/>
            </a:lvl3pPr>
            <a:lvl4pPr marL="1028726" indent="0">
              <a:buNone/>
              <a:defRPr sz="1200" b="1"/>
            </a:lvl4pPr>
            <a:lvl5pPr marL="1371634" indent="0">
              <a:buNone/>
              <a:defRPr sz="1200" b="1"/>
            </a:lvl5pPr>
            <a:lvl6pPr marL="1714543" indent="0">
              <a:buNone/>
              <a:defRPr sz="1200" b="1"/>
            </a:lvl6pPr>
            <a:lvl7pPr marL="2057451" indent="0">
              <a:buNone/>
              <a:defRPr sz="1200" b="1"/>
            </a:lvl7pPr>
            <a:lvl8pPr marL="2400360" indent="0">
              <a:buNone/>
              <a:defRPr sz="1200" b="1"/>
            </a:lvl8pPr>
            <a:lvl9pPr marL="2743269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8FC3-040A-4759-8343-93BCC18293F4}" type="datetime1">
              <a:rPr lang="en-US" smtClean="0"/>
              <a:t>8/5/2023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221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A7140-249C-4183-9DC3-8DFB3A211624}" type="datetime1">
              <a:rPr lang="en-US" smtClean="0"/>
              <a:t>8/5/2023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267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CF786-3F3A-40CB-99C8-FE0C9C7560A9}" type="datetime1">
              <a:rPr lang="en-US" smtClean="0"/>
              <a:t>8/5/2023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939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1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32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1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9" indent="0">
              <a:buNone/>
              <a:defRPr sz="1050"/>
            </a:lvl2pPr>
            <a:lvl3pPr marL="685817" indent="0">
              <a:buNone/>
              <a:defRPr sz="900"/>
            </a:lvl3pPr>
            <a:lvl4pPr marL="1028726" indent="0">
              <a:buNone/>
              <a:defRPr sz="750"/>
            </a:lvl4pPr>
            <a:lvl5pPr marL="1371634" indent="0">
              <a:buNone/>
              <a:defRPr sz="750"/>
            </a:lvl5pPr>
            <a:lvl6pPr marL="1714543" indent="0">
              <a:buNone/>
              <a:defRPr sz="750"/>
            </a:lvl6pPr>
            <a:lvl7pPr marL="2057451" indent="0">
              <a:buNone/>
              <a:defRPr sz="750"/>
            </a:lvl7pPr>
            <a:lvl8pPr marL="2400360" indent="0">
              <a:buNone/>
              <a:defRPr sz="750"/>
            </a:lvl8pPr>
            <a:lvl9pPr marL="2743269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ECC8-6275-473E-B820-941734D3A17F}" type="datetime1">
              <a:rPr lang="en-US" smtClean="0"/>
              <a:t>8/5/2023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200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1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32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9" indent="0">
              <a:buNone/>
              <a:defRPr sz="2100"/>
            </a:lvl2pPr>
            <a:lvl3pPr marL="685817" indent="0">
              <a:buNone/>
              <a:defRPr sz="1800"/>
            </a:lvl3pPr>
            <a:lvl4pPr marL="1028726" indent="0">
              <a:buNone/>
              <a:defRPr sz="1500"/>
            </a:lvl4pPr>
            <a:lvl5pPr marL="1371634" indent="0">
              <a:buNone/>
              <a:defRPr sz="1500"/>
            </a:lvl5pPr>
            <a:lvl6pPr marL="1714543" indent="0">
              <a:buNone/>
              <a:defRPr sz="1500"/>
            </a:lvl6pPr>
            <a:lvl7pPr marL="2057451" indent="0">
              <a:buNone/>
              <a:defRPr sz="1500"/>
            </a:lvl7pPr>
            <a:lvl8pPr marL="2400360" indent="0">
              <a:buNone/>
              <a:defRPr sz="1500"/>
            </a:lvl8pPr>
            <a:lvl9pPr marL="2743269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1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9" indent="0">
              <a:buNone/>
              <a:defRPr sz="1050"/>
            </a:lvl2pPr>
            <a:lvl3pPr marL="685817" indent="0">
              <a:buNone/>
              <a:defRPr sz="900"/>
            </a:lvl3pPr>
            <a:lvl4pPr marL="1028726" indent="0">
              <a:buNone/>
              <a:defRPr sz="750"/>
            </a:lvl4pPr>
            <a:lvl5pPr marL="1371634" indent="0">
              <a:buNone/>
              <a:defRPr sz="750"/>
            </a:lvl5pPr>
            <a:lvl6pPr marL="1714543" indent="0">
              <a:buNone/>
              <a:defRPr sz="750"/>
            </a:lvl6pPr>
            <a:lvl7pPr marL="2057451" indent="0">
              <a:buNone/>
              <a:defRPr sz="750"/>
            </a:lvl7pPr>
            <a:lvl8pPr marL="2400360" indent="0">
              <a:buNone/>
              <a:defRPr sz="750"/>
            </a:lvl8pPr>
            <a:lvl9pPr marL="2743269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C2684-28C9-4C89-B6E1-03769B8C58BE}" type="datetime1">
              <a:rPr lang="en-US" smtClean="0"/>
              <a:t>8/5/2023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275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55080-719E-4FF4-A1A0-4D65E436316C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70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64D3E-171F-4D69-8568-8DBB5C4A6F36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59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096FC665-D880-499A-A062-7537D42A53E8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1210E802-66AB-4F6C-969D-5DF4D4C0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001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sana" panose="0200060300000000000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sana" panose="0200060300000000000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sana" panose="0200060300000000000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sana" panose="0200060300000000000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329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hf hdr="0" ftr="0"/>
  <p:txStyles>
    <p:titleStyle>
      <a:lvl1pPr algn="l" defTabSz="685817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5" indent="-171455" algn="l" defTabSz="6858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63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72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80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89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98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906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15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23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7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3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1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44A830A0-1633-4E30-B95B-01B14B03931B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7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DEF5443C-2A9D-47EF-B30A-FA9D4E8C3E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09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 ftr="0"/>
  <p:txStyles>
    <p:titleStyle>
      <a:lvl1pPr algn="l" defTabSz="685817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sana" panose="02000603000000000000"/>
          <a:ea typeface="+mj-ea"/>
          <a:cs typeface="+mj-cs"/>
        </a:defRPr>
      </a:lvl1pPr>
    </p:titleStyle>
    <p:bodyStyle>
      <a:lvl1pPr marL="171455" indent="-171455" algn="l" defTabSz="6858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sana" panose="02000603000000000000"/>
          <a:ea typeface="+mn-ea"/>
          <a:cs typeface="+mn-cs"/>
        </a:defRPr>
      </a:lvl1pPr>
      <a:lvl2pPr marL="514363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2pPr>
      <a:lvl3pPr marL="857272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sana" panose="02000603000000000000"/>
          <a:ea typeface="+mn-ea"/>
          <a:cs typeface="+mn-cs"/>
        </a:defRPr>
      </a:lvl3pPr>
      <a:lvl4pPr marL="1200180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sana" panose="02000603000000000000"/>
          <a:ea typeface="+mn-ea"/>
          <a:cs typeface="+mn-cs"/>
        </a:defRPr>
      </a:lvl4pPr>
      <a:lvl5pPr marL="1543089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sana" panose="02000603000000000000"/>
          <a:ea typeface="+mn-ea"/>
          <a:cs typeface="+mn-cs"/>
        </a:defRPr>
      </a:lvl5pPr>
      <a:lvl6pPr marL="1885998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906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15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23" indent="-171455" algn="l" defTabSz="68581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7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3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1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6AF4C-30C3-491D-A44E-5E405180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>
                <a:latin typeface="+mj-lt"/>
              </a:rPr>
              <a:t>EE4332 </a:t>
            </a:r>
            <a:r>
              <a:rPr lang="en-US" sz="5400">
                <a:latin typeface="Lato Black" panose="020F0A02020204030203" pitchFamily="34" charset="0"/>
                <a:cs typeface="Lato Black" panose="020F0A02020204030203" pitchFamily="34" charset="0"/>
              </a:rPr>
              <a:t>Design of Electrical  Drive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B4B86-5171-4507-AD36-CC897924BA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1923" y="4237509"/>
            <a:ext cx="6549081" cy="1316623"/>
          </a:xfrm>
        </p:spPr>
        <p:txBody>
          <a:bodyPr/>
          <a:lstStyle/>
          <a:p>
            <a:r>
              <a:rPr lang="en-US">
                <a:latin typeface="+mj-lt"/>
              </a:rPr>
              <a:t>Dr. Duy-Dinh Nguyen</a:t>
            </a:r>
          </a:p>
          <a:p>
            <a:r>
              <a:rPr lang="en-US">
                <a:latin typeface="+mj-lt"/>
              </a:rPr>
              <a:t>FAE, School of EEE</a:t>
            </a:r>
          </a:p>
        </p:txBody>
      </p:sp>
    </p:spTree>
    <p:extLst>
      <p:ext uri="{BB962C8B-B14F-4D97-AF65-F5344CB8AC3E}">
        <p14:creationId xmlns:p14="http://schemas.microsoft.com/office/powerpoint/2010/main" val="1162238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323C5B-8A89-43E2-BCCE-51AB2170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introduction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112B6-4B5C-46C9-98A8-076A7CF8A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/>
              <a:t>Contents (</a:t>
            </a:r>
            <a:r>
              <a:rPr lang="en-US" sz="2800" err="1"/>
              <a:t>Nội</a:t>
            </a:r>
            <a:r>
              <a:rPr lang="en-US" sz="2800"/>
              <a:t> dung </a:t>
            </a:r>
            <a:r>
              <a:rPr lang="en-US" sz="2800" err="1"/>
              <a:t>chính</a:t>
            </a:r>
            <a:r>
              <a:rPr lang="en-US" sz="2800"/>
              <a:t>):			        16 </a:t>
            </a:r>
            <a:r>
              <a:rPr lang="en-US" sz="2800" err="1"/>
              <a:t>wks</a:t>
            </a:r>
            <a:endParaRPr lang="en-US" sz="2800"/>
          </a:p>
          <a:p>
            <a:pPr lvl="1"/>
            <a:r>
              <a:rPr lang="en-US" sz="2400"/>
              <a:t>General introduction and definition			2 </a:t>
            </a:r>
            <a:r>
              <a:rPr lang="en-US" sz="2400" err="1"/>
              <a:t>wk</a:t>
            </a:r>
            <a:endParaRPr lang="en-US" sz="2400"/>
          </a:p>
          <a:p>
            <a:pPr marL="342908" lvl="1" indent="0">
              <a:buNone/>
            </a:pPr>
            <a:r>
              <a:rPr lang="en-US" sz="2400"/>
              <a:t>(</a:t>
            </a:r>
            <a:r>
              <a:rPr lang="en-US" sz="2400" err="1"/>
              <a:t>Những</a:t>
            </a:r>
            <a:r>
              <a:rPr lang="en-US" sz="2400"/>
              <a:t> </a:t>
            </a:r>
            <a:r>
              <a:rPr lang="en-US" sz="2400" err="1"/>
              <a:t>vấn</a:t>
            </a:r>
            <a:r>
              <a:rPr lang="en-US" sz="2400"/>
              <a:t> đề chung </a:t>
            </a:r>
            <a:r>
              <a:rPr lang="en-US" sz="2400" err="1"/>
              <a:t>và</a:t>
            </a:r>
            <a:r>
              <a:rPr lang="en-US" sz="2400"/>
              <a:t> </a:t>
            </a:r>
            <a:r>
              <a:rPr lang="en-US" sz="2400" err="1"/>
              <a:t>khái</a:t>
            </a:r>
            <a:r>
              <a:rPr lang="en-US" sz="2400"/>
              <a:t> </a:t>
            </a:r>
            <a:r>
              <a:rPr lang="en-US" sz="2400" err="1"/>
              <a:t>niệm</a:t>
            </a:r>
            <a:r>
              <a:rPr lang="en-US" sz="2400"/>
              <a:t>)</a:t>
            </a:r>
          </a:p>
          <a:p>
            <a:pPr lvl="1"/>
            <a:r>
              <a:rPr lang="en-US" sz="2400"/>
              <a:t>Drive system for Elevators					4 </a:t>
            </a:r>
            <a:r>
              <a:rPr lang="en-US" sz="2400" err="1"/>
              <a:t>wks</a:t>
            </a:r>
            <a:endParaRPr lang="en-US" sz="2400"/>
          </a:p>
          <a:p>
            <a:pPr marL="342908" lvl="1" indent="0">
              <a:buNone/>
            </a:pPr>
            <a:r>
              <a:rPr lang="en-US" sz="2400"/>
              <a:t>(</a:t>
            </a:r>
            <a:r>
              <a:rPr lang="en-US" sz="2400" err="1"/>
              <a:t>Truyền</a:t>
            </a:r>
            <a:r>
              <a:rPr lang="en-US" sz="2400"/>
              <a:t> </a:t>
            </a:r>
            <a:r>
              <a:rPr lang="en-US" sz="2400" err="1"/>
              <a:t>động</a:t>
            </a:r>
            <a:r>
              <a:rPr lang="en-US" sz="2400"/>
              <a:t> </a:t>
            </a:r>
            <a:r>
              <a:rPr lang="en-US" sz="2400" err="1"/>
              <a:t>điện</a:t>
            </a:r>
            <a:r>
              <a:rPr lang="en-US" sz="2400"/>
              <a:t> thang máy)</a:t>
            </a:r>
          </a:p>
          <a:p>
            <a:pPr lvl="1"/>
            <a:r>
              <a:rPr lang="en-US" sz="2400"/>
              <a:t>Drive system for Electric Scooters			2 </a:t>
            </a:r>
            <a:r>
              <a:rPr lang="en-US" sz="2400" err="1"/>
              <a:t>wks</a:t>
            </a:r>
            <a:endParaRPr lang="en-US" sz="2400"/>
          </a:p>
          <a:p>
            <a:pPr marL="342908" lvl="1" indent="0">
              <a:buNone/>
            </a:pPr>
            <a:r>
              <a:rPr lang="en-US" sz="2400"/>
              <a:t>(</a:t>
            </a:r>
            <a:r>
              <a:rPr lang="en-US" sz="2400" err="1"/>
              <a:t>Truyền</a:t>
            </a:r>
            <a:r>
              <a:rPr lang="en-US" sz="2400"/>
              <a:t> </a:t>
            </a:r>
            <a:r>
              <a:rPr lang="en-US" sz="2400" err="1"/>
              <a:t>động</a:t>
            </a:r>
            <a:r>
              <a:rPr lang="en-US" sz="2400"/>
              <a:t> </a:t>
            </a:r>
            <a:r>
              <a:rPr lang="en-US" sz="2400" err="1"/>
              <a:t>điện</a:t>
            </a:r>
            <a:r>
              <a:rPr lang="en-US" sz="2400"/>
              <a:t> Xe máy điện)</a:t>
            </a:r>
          </a:p>
          <a:p>
            <a:pPr lvl="1"/>
            <a:r>
              <a:rPr lang="en-US" sz="2400"/>
              <a:t>Drive system for Electric Cars				2 wks</a:t>
            </a:r>
          </a:p>
          <a:p>
            <a:pPr marL="342908" lvl="1" indent="0">
              <a:buNone/>
            </a:pPr>
            <a:r>
              <a:rPr lang="en-US" sz="2400"/>
              <a:t>(Truyền động điện Ô tô điện)</a:t>
            </a:r>
          </a:p>
          <a:p>
            <a:pPr lvl="1"/>
            <a:r>
              <a:rPr lang="en-US" sz="2400"/>
              <a:t>Drive system for Weigh Feeder				2 wks</a:t>
            </a:r>
          </a:p>
          <a:p>
            <a:pPr marL="342908" lvl="1" indent="0">
              <a:buNone/>
            </a:pPr>
            <a:r>
              <a:rPr lang="en-US" sz="2400"/>
              <a:t>(Truyền động điện cân băng định lượng)</a:t>
            </a:r>
          </a:p>
          <a:p>
            <a:pPr lvl="1"/>
            <a:r>
              <a:rPr lang="en-US" sz="2400"/>
              <a:t>Drive system for Cranes					2 wks</a:t>
            </a:r>
          </a:p>
          <a:p>
            <a:pPr marL="342908" lvl="1" indent="0">
              <a:buNone/>
            </a:pPr>
            <a:r>
              <a:rPr lang="en-US" sz="2400"/>
              <a:t>(Truyền động điện Cầu trục)</a:t>
            </a:r>
          </a:p>
          <a:p>
            <a:pPr lvl="1"/>
            <a:r>
              <a:rPr lang="en-US" sz="2400"/>
              <a:t>Drive system for Pumb Station				2 wks</a:t>
            </a:r>
          </a:p>
          <a:p>
            <a:pPr marL="342908" lvl="1" indent="0">
              <a:buNone/>
            </a:pPr>
            <a:r>
              <a:rPr lang="en-US" sz="2400"/>
              <a:t>(Truyền động điện Trạm bơm)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747B4-02A3-473F-89B6-E7E6B12E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D4A33-6723-4AC4-AE43-A42CD3D14906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EAAE0-63CD-4EE1-B54E-A489FBFDB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34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6AF4C-30C3-491D-A44E-5E405180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LECTURE 2</a:t>
            </a:r>
            <a:br>
              <a:rPr lang="en-US"/>
            </a:br>
            <a:r>
              <a:rPr lang="en-US" sz="4400"/>
              <a:t>Drive system for Elevators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B4B86-5171-4507-AD36-CC897924BA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Dr. Duy-Dinh Nguyen</a:t>
            </a:r>
          </a:p>
          <a:p>
            <a:r>
              <a:rPr lang="en-US">
                <a:latin typeface="+mj-lt"/>
              </a:rPr>
              <a:t>FAE, School of EEE</a:t>
            </a:r>
          </a:p>
        </p:txBody>
      </p:sp>
    </p:spTree>
    <p:extLst>
      <p:ext uri="{BB962C8B-B14F-4D97-AF65-F5344CB8AC3E}">
        <p14:creationId xmlns:p14="http://schemas.microsoft.com/office/powerpoint/2010/main" val="3715294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323C5B-8A89-43E2-BCCE-51AB2170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112B6-4B5C-46C9-98A8-076A7CF8A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2800"/>
              <a:t> Các bước thiết kế</a:t>
            </a:r>
          </a:p>
          <a:p>
            <a:pPr>
              <a:spcBef>
                <a:spcPts val="1200"/>
              </a:spcBef>
            </a:pPr>
            <a:r>
              <a:rPr lang="en-US" sz="2800"/>
              <a:t> Tính chọn hệ truyền động</a:t>
            </a:r>
          </a:p>
          <a:p>
            <a:pPr>
              <a:spcBef>
                <a:spcPts val="1200"/>
              </a:spcBef>
            </a:pPr>
            <a:r>
              <a:rPr lang="en-US" sz="2800"/>
              <a:t> Thiết kế điều khiển</a:t>
            </a:r>
          </a:p>
          <a:p>
            <a:pPr>
              <a:spcBef>
                <a:spcPts val="1200"/>
              </a:spcBef>
            </a:pPr>
            <a:r>
              <a:rPr lang="en-US" sz="2800"/>
              <a:t> Mạch vòng dòng điện</a:t>
            </a:r>
          </a:p>
          <a:p>
            <a:pPr>
              <a:spcBef>
                <a:spcPts val="1200"/>
              </a:spcBef>
            </a:pPr>
            <a:r>
              <a:rPr lang="en-US" sz="2800"/>
              <a:t> Mạch vòng tốc độ</a:t>
            </a:r>
          </a:p>
          <a:p>
            <a:pPr>
              <a:spcBef>
                <a:spcPts val="1200"/>
              </a:spcBef>
            </a:pPr>
            <a:r>
              <a:rPr lang="en-US" sz="2800"/>
              <a:t> Mô phỏng MATLAB &amp; Simulink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B26C9-5002-48FC-87A8-36F7A42E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738A-104F-4D40-B96D-A8FBBF00ACFF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11E5F-EA04-4004-A298-299FCA04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95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323C5B-8A89-43E2-BCCE-51AB2170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bước thiết kế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112B6-4B5C-46C9-98A8-076A7CF8A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US" sz="2800"/>
              <a:t> Phân tích yêu cầu công nghệ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US" sz="2800"/>
              <a:t> Xây dựng phương án kỹ thuật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US" sz="2800"/>
              <a:t> Thiết kế phần lực hệ truyền động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US" sz="2800"/>
              <a:t> Thiết kế điều khiển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US" sz="2800"/>
              <a:t> Thiết kế đi dây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US" sz="2800"/>
              <a:t> Hồ sơ thiết kế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B26C9-5002-48FC-87A8-36F7A42E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738A-104F-4D40-B96D-A8FBBF00ACFF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11E5F-EA04-4004-A298-299FCA04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35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323C5B-8A89-43E2-BCCE-51AB2170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Phân tích yêu cầu công nghệ Thang máy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112B6-4B5C-46C9-98A8-076A7CF8A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2800"/>
              <a:t> Phân loại</a:t>
            </a:r>
          </a:p>
          <a:p>
            <a:pPr lvl="1">
              <a:spcBef>
                <a:spcPts val="1200"/>
              </a:spcBef>
            </a:pPr>
            <a:r>
              <a:rPr lang="en-US" sz="2400"/>
              <a:t>Chở hàng/chở người</a:t>
            </a:r>
          </a:p>
          <a:p>
            <a:pPr lvl="1">
              <a:spcBef>
                <a:spcPts val="1200"/>
              </a:spcBef>
            </a:pPr>
            <a:r>
              <a:rPr lang="en-US" sz="2400"/>
              <a:t>Tốc độ thấp/trung bình/cao</a:t>
            </a:r>
          </a:p>
          <a:p>
            <a:pPr lvl="1">
              <a:spcBef>
                <a:spcPts val="1200"/>
              </a:spcBef>
            </a:pPr>
            <a:r>
              <a:rPr lang="en-US" sz="2400"/>
              <a:t>Tải trọng thấp/trung bình/cao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B26C9-5002-48FC-87A8-36F7A42E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738A-104F-4D40-B96D-A8FBBF00ACFF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11E5F-EA04-4004-A298-299FCA04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1BA001-E36A-45E1-8C31-BF274746F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13" y="3000354"/>
            <a:ext cx="2447710" cy="25585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FDB09F-6768-487E-A583-6691EC540027}"/>
              </a:ext>
            </a:extLst>
          </p:cNvPr>
          <p:cNvSpPr txBox="1"/>
          <p:nvPr/>
        </p:nvSpPr>
        <p:spPr>
          <a:xfrm>
            <a:off x="290513" y="5886884"/>
            <a:ext cx="25321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Hệ thống nâng hạ thời Trung cổ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354477-29A8-4E3D-BA50-E51CA3B26CE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185" r="17663"/>
          <a:stretch/>
        </p:blipFill>
        <p:spPr>
          <a:xfrm>
            <a:off x="2822660" y="2993484"/>
            <a:ext cx="3099960" cy="25585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4D6F2B-4123-4DD4-8365-1DFE08236DF5}"/>
              </a:ext>
            </a:extLst>
          </p:cNvPr>
          <p:cNvSpPr txBox="1"/>
          <p:nvPr/>
        </p:nvSpPr>
        <p:spPr>
          <a:xfrm>
            <a:off x="2822660" y="5886884"/>
            <a:ext cx="30842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Thang máy giữa thế kỷ XIX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A73B47-B5CF-4E7A-80F1-207951B1808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298"/>
          <a:stretch/>
        </p:blipFill>
        <p:spPr>
          <a:xfrm>
            <a:off x="5922619" y="695096"/>
            <a:ext cx="3002164" cy="5273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991C2F0-DC8A-4700-97D2-769BAC4C130D}"/>
              </a:ext>
            </a:extLst>
          </p:cNvPr>
          <p:cNvSpPr txBox="1"/>
          <p:nvPr/>
        </p:nvSpPr>
        <p:spPr>
          <a:xfrm>
            <a:off x="5922619" y="5952325"/>
            <a:ext cx="30842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Thang máy hiện đại</a:t>
            </a:r>
          </a:p>
        </p:txBody>
      </p:sp>
    </p:spTree>
    <p:extLst>
      <p:ext uri="{BB962C8B-B14F-4D97-AF65-F5344CB8AC3E}">
        <p14:creationId xmlns:p14="http://schemas.microsoft.com/office/powerpoint/2010/main" val="1172546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323C5B-8A89-43E2-BCCE-51AB2170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Phân tích yêu cầu công nghệ Thang máy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112B6-4B5C-46C9-98A8-076A7CF8A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2" y="764704"/>
            <a:ext cx="5219910" cy="54726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800"/>
              <a:t> Cấu tạo</a:t>
            </a:r>
          </a:p>
          <a:p>
            <a:pPr lvl="1">
              <a:spcBef>
                <a:spcPts val="1200"/>
              </a:spcBef>
            </a:pPr>
            <a:r>
              <a:rPr lang="en-US" sz="2400"/>
              <a:t>Đối trọng</a:t>
            </a:r>
          </a:p>
          <a:p>
            <a:pPr lvl="1">
              <a:spcBef>
                <a:spcPts val="1200"/>
              </a:spcBef>
            </a:pPr>
            <a:r>
              <a:rPr lang="en-US" sz="2400"/>
              <a:t>Cabin</a:t>
            </a:r>
          </a:p>
          <a:p>
            <a:pPr lvl="1">
              <a:spcBef>
                <a:spcPts val="1200"/>
              </a:spcBef>
            </a:pPr>
            <a:r>
              <a:rPr lang="en-US" sz="2400"/>
              <a:t>Puli</a:t>
            </a:r>
          </a:p>
          <a:p>
            <a:pPr lvl="1">
              <a:spcBef>
                <a:spcPts val="1200"/>
              </a:spcBef>
            </a:pPr>
            <a:r>
              <a:rPr lang="en-US" sz="2400"/>
              <a:t>Dây cáp</a:t>
            </a:r>
          </a:p>
          <a:p>
            <a:pPr lvl="1">
              <a:spcBef>
                <a:spcPts val="1200"/>
              </a:spcBef>
            </a:pPr>
            <a:r>
              <a:rPr lang="en-US" sz="2400"/>
              <a:t>Giếng thang</a:t>
            </a:r>
          </a:p>
          <a:p>
            <a:pPr lvl="1">
              <a:spcBef>
                <a:spcPts val="1200"/>
              </a:spcBef>
            </a:pPr>
            <a:r>
              <a:rPr lang="en-US" sz="2400"/>
              <a:t>Phanh hãm</a:t>
            </a:r>
          </a:p>
          <a:p>
            <a:pPr lvl="1">
              <a:spcBef>
                <a:spcPts val="1200"/>
              </a:spcBef>
            </a:pPr>
            <a:r>
              <a:rPr lang="en-US" sz="2400"/>
              <a:t>Động cơ truyền động</a:t>
            </a:r>
          </a:p>
          <a:p>
            <a:pPr lvl="1">
              <a:spcBef>
                <a:spcPts val="1200"/>
              </a:spcBef>
            </a:pPr>
            <a:r>
              <a:rPr lang="en-US" sz="2400"/>
              <a:t>Hộp giảm tốc</a:t>
            </a:r>
          </a:p>
          <a:p>
            <a:pPr lvl="1">
              <a:spcBef>
                <a:spcPts val="1200"/>
              </a:spcBef>
            </a:pPr>
            <a:r>
              <a:rPr lang="en-US" sz="2400"/>
              <a:t>Tủ điều khiển</a:t>
            </a:r>
          </a:p>
          <a:p>
            <a:pPr lvl="1">
              <a:spcBef>
                <a:spcPts val="1200"/>
              </a:spcBef>
            </a:pPr>
            <a:r>
              <a:rPr lang="en-US" sz="2400"/>
              <a:t>Cảm biến vị trí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B26C9-5002-48FC-87A8-36F7A42E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738A-104F-4D40-B96D-A8FBBF00ACFF}" type="datetime1">
              <a:rPr lang="en-US" smtClean="0"/>
              <a:t>8/5/2023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11E5F-EA04-4004-A298-299FCA04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2AD391-77B3-419F-965E-5094C4FC48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756" t="18778" r="31852" b="2211"/>
          <a:stretch/>
        </p:blipFill>
        <p:spPr>
          <a:xfrm>
            <a:off x="6764866" y="706263"/>
            <a:ext cx="2144057" cy="53537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A6182C-E76A-4AE2-BBF6-4DFD0A5BABA7}"/>
              </a:ext>
            </a:extLst>
          </p:cNvPr>
          <p:cNvSpPr txBox="1"/>
          <p:nvPr/>
        </p:nvSpPr>
        <p:spPr>
          <a:xfrm>
            <a:off x="6147784" y="6109736"/>
            <a:ext cx="276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Cấu tạo chung thang máy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A246A1-A311-4704-B748-957F4240C38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1480" t="35026" r="7593" b="11929"/>
          <a:stretch/>
        </p:blipFill>
        <p:spPr>
          <a:xfrm>
            <a:off x="3499197" y="764704"/>
            <a:ext cx="2648587" cy="19954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FC76C1-C4F0-419B-B792-C7F386610D0F}"/>
              </a:ext>
            </a:extLst>
          </p:cNvPr>
          <p:cNvSpPr txBox="1"/>
          <p:nvPr/>
        </p:nvSpPr>
        <p:spPr>
          <a:xfrm>
            <a:off x="3499197" y="2749469"/>
            <a:ext cx="2648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Hệ truyền lực kéo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8F606E-49A7-427B-AF19-E15F19460CF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400" t="18356" r="1803" b="17111"/>
          <a:stretch/>
        </p:blipFill>
        <p:spPr>
          <a:xfrm>
            <a:off x="3905597" y="3282206"/>
            <a:ext cx="2648587" cy="19467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99FB59-5D64-4E70-A9DF-EF58DB67A82A}"/>
              </a:ext>
            </a:extLst>
          </p:cNvPr>
          <p:cNvSpPr txBox="1"/>
          <p:nvPr/>
        </p:nvSpPr>
        <p:spPr>
          <a:xfrm>
            <a:off x="3905597" y="5228994"/>
            <a:ext cx="2648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Hệ động cơ + giảm tốc</a:t>
            </a:r>
          </a:p>
        </p:txBody>
      </p:sp>
    </p:spTree>
    <p:extLst>
      <p:ext uri="{BB962C8B-B14F-4D97-AF65-F5344CB8AC3E}">
        <p14:creationId xmlns:p14="http://schemas.microsoft.com/office/powerpoint/2010/main" val="1224863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D478934-FBB8-43D1-A1C0-55129104B257}"/>
              </a:ext>
            </a:extLst>
          </p:cNvPr>
          <p:cNvSpPr/>
          <p:nvPr/>
        </p:nvSpPr>
        <p:spPr>
          <a:xfrm>
            <a:off x="2091267" y="1388533"/>
            <a:ext cx="4885266" cy="78740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B26C9-5002-48FC-87A8-36F7A42E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738A-104F-4D40-B96D-A8FBBF00ACFF}" type="datetime1">
              <a:rPr lang="en-US" smtClean="0"/>
              <a:pPr/>
              <a:t>8/5/2023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11E5F-EA04-4004-A298-299FCA04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323C5B-8A89-43E2-BCCE-51AB2170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tích yêu cầu công nghệ Thang máy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112B6-4B5C-46C9-98A8-076A7CF8A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 Xác định bài toán thiết kế:</a:t>
            </a:r>
          </a:p>
          <a:p>
            <a:pPr marL="0" indent="0" algn="ctr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/>
              <a:t>Thiết kế hệ truyền động</a:t>
            </a:r>
          </a:p>
          <a:p>
            <a:r>
              <a:rPr lang="en-US"/>
              <a:t> Các thành phần của hệ truyền động:</a:t>
            </a:r>
          </a:p>
          <a:p>
            <a:pPr lvl="1"/>
            <a:r>
              <a:rPr lang="en-US" sz="2400"/>
              <a:t> Hệ truyền cơ khí</a:t>
            </a:r>
          </a:p>
          <a:p>
            <a:pPr lvl="1"/>
            <a:r>
              <a:rPr lang="en-US" sz="2400"/>
              <a:t> Động cơ truyền lực</a:t>
            </a:r>
          </a:p>
          <a:p>
            <a:pPr lvl="1"/>
            <a:r>
              <a:rPr lang="en-US" sz="2400"/>
              <a:t> Bộ biến đổi điện tử công suất</a:t>
            </a:r>
          </a:p>
          <a:p>
            <a:pPr lvl="1"/>
            <a:r>
              <a:rPr lang="en-US" sz="2400"/>
              <a:t> Hệ thống điều khiển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4FE872F-1BB8-49F9-93C2-2067F19F0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303" y="3514982"/>
            <a:ext cx="3208987" cy="28956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6F51428-C82D-407A-BD44-FFCE7C0F0836}"/>
              </a:ext>
            </a:extLst>
          </p:cNvPr>
          <p:cNvSpPr txBox="1"/>
          <p:nvPr/>
        </p:nvSpPr>
        <p:spPr>
          <a:xfrm>
            <a:off x="5699502" y="6451812"/>
            <a:ext cx="2648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Hệ động cơ + giảm tốc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329871F-AEEF-4387-931D-734F492AE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693" y="4471563"/>
            <a:ext cx="2714626" cy="193901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AE54ADA-A515-47CE-B2D8-EEEBA1A0DF28}"/>
              </a:ext>
            </a:extLst>
          </p:cNvPr>
          <p:cNvSpPr txBox="1"/>
          <p:nvPr/>
        </p:nvSpPr>
        <p:spPr>
          <a:xfrm>
            <a:off x="1699683" y="6471659"/>
            <a:ext cx="2648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Bộ biến đổi ĐTCS</a:t>
            </a:r>
          </a:p>
        </p:txBody>
      </p:sp>
    </p:spTree>
    <p:extLst>
      <p:ext uri="{BB962C8B-B14F-4D97-AF65-F5344CB8AC3E}">
        <p14:creationId xmlns:p14="http://schemas.microsoft.com/office/powerpoint/2010/main" val="3269876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B26C9-5002-48FC-87A8-36F7A42E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738A-104F-4D40-B96D-A8FBBF00ACFF}" type="datetime1">
              <a:rPr lang="en-US" smtClean="0"/>
              <a:pPr/>
              <a:t>8/5/2023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11E5F-EA04-4004-A298-299FCA04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323C5B-8A89-43E2-BCCE-51AB2170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3200"/>
              <a:t>Xây dựng phương án kỹ thuật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112B6-4B5C-46C9-98A8-076A7CF8A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/>
              <a:t> Tiêu chuẩn thiết kế</a:t>
            </a:r>
          </a:p>
          <a:p>
            <a:r>
              <a:rPr lang="en-US" sz="2800"/>
              <a:t> Xây dựng đặc tính tải</a:t>
            </a:r>
          </a:p>
          <a:p>
            <a:r>
              <a:rPr lang="en-US" sz="2800"/>
              <a:t> Tính toán công suất truyền động</a:t>
            </a:r>
          </a:p>
          <a:p>
            <a:r>
              <a:rPr lang="en-US" sz="2800"/>
              <a:t> Lựa chọn phương án hộp truyền cơ khí (gearbox)</a:t>
            </a:r>
          </a:p>
          <a:p>
            <a:r>
              <a:rPr lang="en-US" sz="2800"/>
              <a:t> Thiết lập yêu cầu truyền động</a:t>
            </a:r>
          </a:p>
          <a:p>
            <a:pPr lvl="1"/>
            <a:r>
              <a:rPr lang="en-US" sz="2000"/>
              <a:t> Dải điều chỉnh tốc độ</a:t>
            </a:r>
          </a:p>
          <a:p>
            <a:pPr lvl="1"/>
            <a:r>
              <a:rPr lang="en-US" sz="2000"/>
              <a:t> Dải điều chỉnh mô-men</a:t>
            </a:r>
          </a:p>
          <a:p>
            <a:pPr lvl="1"/>
            <a:r>
              <a:rPr lang="en-US" sz="2000"/>
              <a:t> Độ chính xác điều chỉnh</a:t>
            </a:r>
          </a:p>
          <a:p>
            <a:pPr lvl="1"/>
            <a:r>
              <a:rPr lang="en-US" sz="2000"/>
              <a:t> Đặc tính tốc độ - thời gian, mô-men – thời gian</a:t>
            </a:r>
          </a:p>
          <a:p>
            <a:pPr lvl="1"/>
            <a:r>
              <a:rPr lang="en-US" sz="2000"/>
              <a:t> Khởi động, dừng hãm, đảo chiều</a:t>
            </a:r>
          </a:p>
          <a:p>
            <a:pPr lvl="1"/>
            <a:r>
              <a:rPr lang="en-US" sz="2000"/>
              <a:t> Điều chỉnh tốc độ</a:t>
            </a:r>
          </a:p>
          <a:p>
            <a:r>
              <a:rPr lang="en-US" sz="2800"/>
              <a:t> Lựa chọn phương án truyền động</a:t>
            </a:r>
          </a:p>
          <a:p>
            <a:pPr lvl="1"/>
            <a:r>
              <a:rPr lang="en-US" sz="2000"/>
              <a:t> Cân đối yếu tố kinh tế - kỹ thuật </a:t>
            </a:r>
          </a:p>
          <a:p>
            <a:r>
              <a:rPr lang="en-US" sz="2800"/>
              <a:t> Kiểm nghiệm phương án truyền động</a:t>
            </a:r>
          </a:p>
        </p:txBody>
      </p:sp>
    </p:spTree>
    <p:extLst>
      <p:ext uri="{BB962C8B-B14F-4D97-AF65-F5344CB8AC3E}">
        <p14:creationId xmlns:p14="http://schemas.microsoft.com/office/powerpoint/2010/main" val="1557153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B26C9-5002-48FC-87A8-36F7A42E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738A-104F-4D40-B96D-A8FBBF00ACFF}" type="datetime1">
              <a:rPr lang="en-US" smtClean="0"/>
              <a:pPr/>
              <a:t>8/5/2023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11E5F-EA04-4004-A298-299FCA04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323C5B-8A89-43E2-BCCE-51AB2170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 Tiêu chuẩn thiết kế thang máy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112B6-4B5C-46C9-98A8-076A7CF8A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2" y="764703"/>
            <a:ext cx="8674100" cy="6046779"/>
          </a:xfrm>
        </p:spPr>
        <p:txBody>
          <a:bodyPr/>
          <a:lstStyle/>
          <a:p>
            <a:pPr marL="0" indent="0">
              <a:buNone/>
            </a:pPr>
            <a:r>
              <a:rPr lang="en-US" sz="2800"/>
              <a:t>1. TCVN 5744: 1993 </a:t>
            </a:r>
          </a:p>
          <a:p>
            <a:pPr marL="0" indent="0">
              <a:buNone/>
            </a:pPr>
            <a:r>
              <a:rPr lang="en-US" sz="2000"/>
              <a:t>Thang máy – Yêu cầu an toàn trong lắp đặt và sử dụng</a:t>
            </a:r>
          </a:p>
          <a:p>
            <a:pPr marL="0" indent="0">
              <a:buNone/>
            </a:pPr>
            <a:r>
              <a:rPr lang="en-US" sz="2800"/>
              <a:t>2. TCVN 5866: 1995 </a:t>
            </a:r>
          </a:p>
          <a:p>
            <a:pPr marL="0" indent="0">
              <a:buNone/>
            </a:pPr>
            <a:r>
              <a:rPr lang="vi-VN" sz="2000"/>
              <a:t>Thang máy – Cơ cấu an toàn cơ khí</a:t>
            </a:r>
            <a:endParaRPr lang="en-US" sz="2000"/>
          </a:p>
          <a:p>
            <a:pPr marL="0" indent="0">
              <a:buNone/>
            </a:pPr>
            <a:r>
              <a:rPr lang="en-US" sz="2800"/>
              <a:t>3. </a:t>
            </a:r>
            <a:r>
              <a:rPr lang="vi-VN" sz="2800"/>
              <a:t>TCVN 6904: 2001 </a:t>
            </a:r>
            <a:endParaRPr lang="en-US" sz="2800"/>
          </a:p>
          <a:p>
            <a:pPr marL="0" indent="0">
              <a:buNone/>
            </a:pPr>
            <a:r>
              <a:rPr lang="vi-VN" sz="2000"/>
              <a:t>Thang máy điện – Phương pháp thử các yêu cầu an toàn về cấu tạo và lắp đặt</a:t>
            </a:r>
            <a:endParaRPr lang="en-US" sz="2800"/>
          </a:p>
          <a:p>
            <a:pPr marL="0" indent="0">
              <a:buNone/>
            </a:pPr>
            <a:r>
              <a:rPr lang="en-US" sz="2800"/>
              <a:t>4. </a:t>
            </a:r>
            <a:r>
              <a:rPr lang="vi-VN" sz="2800"/>
              <a:t>TCVN 6905: 2001 </a:t>
            </a:r>
            <a:endParaRPr lang="en-US" sz="2800"/>
          </a:p>
          <a:p>
            <a:pPr marL="0" indent="0">
              <a:buNone/>
            </a:pPr>
            <a:r>
              <a:rPr lang="vi-VN" sz="2000"/>
              <a:t>Thang máy thuỷ lực – Phương pháp thử các yêu cầu an toàn về cấu tạo và lắp đặt</a:t>
            </a:r>
            <a:endParaRPr lang="en-US" sz="2800"/>
          </a:p>
          <a:p>
            <a:pPr marL="0" indent="0">
              <a:buNone/>
            </a:pPr>
            <a:r>
              <a:rPr lang="en-US" sz="2800"/>
              <a:t>5. TCVN 6396-28:2013 </a:t>
            </a:r>
          </a:p>
          <a:p>
            <a:pPr marL="0" indent="0">
              <a:buNone/>
            </a:pPr>
            <a:r>
              <a:rPr lang="en-US" sz="2000"/>
              <a:t>Yêu cầu an toàn về cấu tạo và lắp đặt thang máy</a:t>
            </a:r>
            <a:endParaRPr lang="en-US" sz="2800"/>
          </a:p>
          <a:p>
            <a:pPr marL="0" indent="0">
              <a:buNone/>
            </a:pPr>
            <a:r>
              <a:rPr lang="en-US" sz="2800"/>
              <a:t>6. TCVN 6395:2008</a:t>
            </a:r>
          </a:p>
          <a:p>
            <a:pPr marL="0" indent="0">
              <a:buNone/>
            </a:pPr>
            <a:r>
              <a:rPr lang="en-US" sz="2000"/>
              <a:t>Quy chuẩn thang máy gia đình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0502A0-20F1-44EC-9B97-E0BB4D39067D}"/>
              </a:ext>
            </a:extLst>
          </p:cNvPr>
          <p:cNvSpPr txBox="1"/>
          <p:nvPr/>
        </p:nvSpPr>
        <p:spPr>
          <a:xfrm>
            <a:off x="1896534" y="6565262"/>
            <a:ext cx="53509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https://cibeslift.com.vn/cam-nang/6-tieu-chuan-viet-nam-ve-thang-may-can-biet-ngay</a:t>
            </a:r>
          </a:p>
        </p:txBody>
      </p:sp>
    </p:spTree>
    <p:extLst>
      <p:ext uri="{BB962C8B-B14F-4D97-AF65-F5344CB8AC3E}">
        <p14:creationId xmlns:p14="http://schemas.microsoft.com/office/powerpoint/2010/main" val="2176153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8390C1-5EDE-4067-BD69-8A38756C16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444" t="27062" r="20000" b="22124"/>
          <a:stretch/>
        </p:blipFill>
        <p:spPr>
          <a:xfrm>
            <a:off x="1394460" y="764704"/>
            <a:ext cx="6761480" cy="359485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B26C9-5002-48FC-87A8-36F7A42E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738A-104F-4D40-B96D-A8FBBF00ACFF}" type="datetime1">
              <a:rPr lang="en-US" smtClean="0"/>
              <a:pPr/>
              <a:t>8/5/2023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11E5F-EA04-4004-A298-299FCA04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323C5B-8A89-43E2-BCCE-51AB2170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/>
              <a:t>Xây dựng đặc tính tải</a:t>
            </a:r>
            <a:endParaRPr lang="en-US" sz="32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112B6-4B5C-46C9-98A8-076A7CF8A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2" y="897467"/>
            <a:ext cx="8674100" cy="3462091"/>
          </a:xfrm>
        </p:spPr>
        <p:txBody>
          <a:bodyPr numCol="1"/>
          <a:lstStyle/>
          <a:p>
            <a:r>
              <a:rPr lang="en-US"/>
              <a:t> Thông số: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lvl="1"/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B4A569-8C8D-4E17-82BA-5AF95C14819A}"/>
              </a:ext>
            </a:extLst>
          </p:cNvPr>
          <p:cNvSpPr txBox="1"/>
          <p:nvPr/>
        </p:nvSpPr>
        <p:spPr>
          <a:xfrm>
            <a:off x="250683" y="4652707"/>
            <a:ext cx="8658241" cy="1754326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347663" lvl="1" indent="-285750">
              <a:buFont typeface="Arial" panose="020B0604020202020204" pitchFamily="34" charset="0"/>
              <a:buChar char="•"/>
            </a:pPr>
            <a:r>
              <a:rPr lang="en-US"/>
              <a:t>Khối lượng định mức	: 650 kg</a:t>
            </a:r>
          </a:p>
          <a:p>
            <a:pPr marL="347663" lvl="1" indent="-285750">
              <a:buFont typeface="Arial" panose="020B0604020202020204" pitchFamily="34" charset="0"/>
              <a:buChar char="•"/>
            </a:pPr>
            <a:r>
              <a:rPr lang="en-US"/>
              <a:t>Khối lượng cabin	: 350 kg</a:t>
            </a:r>
          </a:p>
          <a:p>
            <a:pPr marL="347663" lvl="1" indent="-285750">
              <a:buFont typeface="Arial" panose="020B0604020202020204" pitchFamily="34" charset="0"/>
              <a:buChar char="•"/>
            </a:pPr>
            <a:r>
              <a:rPr lang="en-US"/>
              <a:t>Tốc độ thang		: 1 m/s</a:t>
            </a:r>
          </a:p>
          <a:p>
            <a:pPr marL="347663" lvl="1" indent="-285750">
              <a:buFont typeface="Arial" panose="020B0604020202020204" pitchFamily="34" charset="0"/>
              <a:buChar char="•"/>
            </a:pPr>
            <a:r>
              <a:rPr lang="en-US"/>
              <a:t>Gia tốc cực đại	: 1 m/s</a:t>
            </a:r>
            <a:r>
              <a:rPr lang="en-US" baseline="30000"/>
              <a:t>2</a:t>
            </a:r>
          </a:p>
          <a:p>
            <a:pPr marL="347663" lvl="1" indent="-285750">
              <a:buFont typeface="Arial" panose="020B0604020202020204" pitchFamily="34" charset="0"/>
              <a:buChar char="•"/>
            </a:pPr>
            <a:r>
              <a:rPr lang="en-US"/>
              <a:t>Độ giật tối đa		: 10 m/s</a:t>
            </a:r>
            <a:r>
              <a:rPr lang="en-US" baseline="30000"/>
              <a:t>3</a:t>
            </a:r>
          </a:p>
          <a:p>
            <a:pPr marL="347663" lvl="1" indent="-287338">
              <a:buFont typeface="Arial" panose="020B0604020202020204" pitchFamily="34" charset="0"/>
              <a:buChar char="•"/>
            </a:pPr>
            <a:r>
              <a:rPr lang="en-US"/>
              <a:t>Chiều cao tầng	: 4 m</a:t>
            </a:r>
          </a:p>
          <a:p>
            <a:pPr marL="347663" lvl="1" indent="-285750">
              <a:buFont typeface="Arial" panose="020B0604020202020204" pitchFamily="34" charset="0"/>
              <a:buChar char="•"/>
            </a:pPr>
            <a:r>
              <a:rPr lang="en-US"/>
              <a:t>Đường kính puli	: 0.4 m</a:t>
            </a:r>
          </a:p>
          <a:p>
            <a:pPr marL="347663" lvl="1" indent="-285750">
              <a:buFont typeface="Arial" panose="020B0604020202020204" pitchFamily="34" charset="0"/>
              <a:buChar char="•"/>
            </a:pPr>
            <a:r>
              <a:rPr lang="en-US"/>
              <a:t>Tỉ số truyền		: ?</a:t>
            </a:r>
          </a:p>
          <a:p>
            <a:pPr marL="347663" lvl="1" indent="-285750">
              <a:buFont typeface="Arial" panose="020B0604020202020204" pitchFamily="34" charset="0"/>
              <a:buChar char="•"/>
            </a:pPr>
            <a:r>
              <a:rPr lang="en-US"/>
              <a:t>Khối lượng đối trọng	: ? kg</a:t>
            </a:r>
          </a:p>
          <a:p>
            <a:pPr marL="347663" lvl="1" indent="-285750">
              <a:buFont typeface="Arial" panose="020B0604020202020204" pitchFamily="34" charset="0"/>
              <a:buChar char="•"/>
            </a:pPr>
            <a:r>
              <a:rPr lang="en-US"/>
              <a:t>Công suất động cơ	: ? kW</a:t>
            </a:r>
          </a:p>
          <a:p>
            <a:pPr marL="347663" lvl="1" indent="-285750">
              <a:buFont typeface="Arial" panose="020B0604020202020204" pitchFamily="34" charset="0"/>
              <a:buChar char="•"/>
            </a:pPr>
            <a:r>
              <a:rPr lang="en-US"/>
              <a:t>Loại động cơ		: ?</a:t>
            </a:r>
          </a:p>
          <a:p>
            <a:pPr marL="347663" lvl="1" indent="-285750">
              <a:buFont typeface="Arial" panose="020B0604020202020204" pitchFamily="34" charset="0"/>
              <a:buChar char="•"/>
            </a:pPr>
            <a:r>
              <a:rPr lang="en-US"/>
              <a:t>Quy đổi mô-men quán tính : ? kgm</a:t>
            </a:r>
            <a:r>
              <a:rPr lang="en-US" baseline="300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46605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35566C1-1DB3-4082-A7F6-6F5FD043BB32}"/>
              </a:ext>
            </a:extLst>
          </p:cNvPr>
          <p:cNvSpPr/>
          <p:nvPr/>
        </p:nvSpPr>
        <p:spPr>
          <a:xfrm>
            <a:off x="905722" y="4856747"/>
            <a:ext cx="7222490" cy="1066800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B26C9-5002-48FC-87A8-36F7A42E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738A-104F-4D40-B96D-A8FBBF00ACFF}" type="datetime1">
              <a:rPr lang="en-US" smtClean="0"/>
              <a:pPr/>
              <a:t>8/5/2023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11E5F-EA04-4004-A298-299FCA04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323C5B-8A89-43E2-BCCE-51AB2170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Yêu cầu truyền động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112B6-4B5C-46C9-98A8-076A7CF8A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00050" lvl="2" indent="-400050"/>
            <a:r>
              <a:rPr lang="en-US" sz="3200"/>
              <a:t> Dải điều chỉnh tốc độ?</a:t>
            </a:r>
          </a:p>
          <a:p>
            <a:pPr marL="400050" lvl="2" indent="-400050"/>
            <a:r>
              <a:rPr lang="en-US" sz="3200"/>
              <a:t> Dải điều chỉnh mô-men?</a:t>
            </a:r>
          </a:p>
          <a:p>
            <a:pPr marL="400050" lvl="2" indent="-400050"/>
            <a:r>
              <a:rPr lang="en-US" sz="3200"/>
              <a:t> Độ chính xác điều chỉnh (sai lệch tĩnh)?</a:t>
            </a:r>
          </a:p>
          <a:p>
            <a:pPr marL="400050" lvl="2" indent="-400050"/>
            <a:r>
              <a:rPr lang="en-US" sz="3200"/>
              <a:t> Đặc tính tốc độ - thời gian, mô-men – thời gian?</a:t>
            </a:r>
          </a:p>
          <a:p>
            <a:pPr marL="400050" lvl="2" indent="-400050"/>
            <a:r>
              <a:rPr lang="en-US" sz="3200"/>
              <a:t> Khởi động, dừng hãm, đảo chiều?</a:t>
            </a:r>
          </a:p>
          <a:p>
            <a:pPr marL="400050" lvl="2" indent="-400050"/>
            <a:r>
              <a:rPr lang="en-US" sz="3200"/>
              <a:t> Điều chỉnh tốc độ?</a:t>
            </a:r>
          </a:p>
          <a:p>
            <a:pPr marL="400050" lvl="2" indent="-400050"/>
            <a:r>
              <a:rPr lang="en-US" sz="3200"/>
              <a:t> Điều khiển vị trí?</a:t>
            </a:r>
          </a:p>
          <a:p>
            <a:pPr marL="0" lvl="2" indent="0">
              <a:buNone/>
            </a:pPr>
            <a:endParaRPr lang="en-US" sz="3200"/>
          </a:p>
          <a:p>
            <a:pPr marL="0" lvl="2" indent="0" algn="ctr">
              <a:buNone/>
            </a:pPr>
            <a:r>
              <a:rPr lang="en-US" sz="4000">
                <a:sym typeface="Wingdings" panose="05000000000000000000" pitchFamily="2" charset="2"/>
              </a:rPr>
              <a:t> Phương án truyền động?</a:t>
            </a:r>
            <a:endParaRPr lang="en-US" sz="4000"/>
          </a:p>
          <a:p>
            <a:pPr marL="400050" lvl="2" indent="-400050"/>
            <a:endParaRPr lang="en-US" sz="3200"/>
          </a:p>
          <a:p>
            <a:pPr marL="400050" lvl="2" indent="-400050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914188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B26C9-5002-48FC-87A8-36F7A42E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738A-104F-4D40-B96D-A8FBBF00ACFF}" type="datetime1">
              <a:rPr lang="en-US" smtClean="0"/>
              <a:pPr/>
              <a:t>8/5/2023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11E5F-EA04-4004-A298-299FCA04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323C5B-8A89-43E2-BCCE-51AB2170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Phương án truyền động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112B6-4B5C-46C9-98A8-076A7CF8A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00050" lvl="2" indent="-400050"/>
            <a:r>
              <a:rPr lang="en-US" sz="3600"/>
              <a:t>Truyền động một chiều</a:t>
            </a:r>
          </a:p>
          <a:p>
            <a:pPr marL="742958" lvl="3" indent="-400050"/>
            <a:r>
              <a:rPr lang="en-US" sz="2400"/>
              <a:t>Hệ T-Đ điều khiển chung?</a:t>
            </a:r>
          </a:p>
          <a:p>
            <a:pPr marL="742958" lvl="3" indent="-400050"/>
            <a:r>
              <a:rPr lang="en-US" sz="2400"/>
              <a:t>Hệ T-Đ điều khiển riêng</a:t>
            </a:r>
          </a:p>
          <a:p>
            <a:pPr marL="742958" lvl="3" indent="-400050"/>
            <a:r>
              <a:rPr lang="en-US" sz="2400"/>
              <a:t>Hệ xung áp có đảo chiều?</a:t>
            </a:r>
          </a:p>
          <a:p>
            <a:pPr marL="742958" lvl="3" indent="-400050"/>
            <a:r>
              <a:rPr lang="en-US" sz="2400"/>
              <a:t>etc.</a:t>
            </a:r>
            <a:endParaRPr lang="en-US" sz="2800"/>
          </a:p>
          <a:p>
            <a:pPr marL="400050" lvl="2" indent="-400050"/>
            <a:endParaRPr lang="en-US" sz="3600"/>
          </a:p>
          <a:p>
            <a:pPr marL="400050" lvl="2" indent="-400050"/>
            <a:r>
              <a:rPr lang="en-US" sz="3600"/>
              <a:t>Truyền động xoay chiều</a:t>
            </a:r>
          </a:p>
          <a:p>
            <a:pPr marL="742958" lvl="3" indent="-400050"/>
            <a:r>
              <a:rPr lang="en-US" sz="2400">
                <a:latin typeface="Lato Black" panose="020F0A02020204030203" pitchFamily="34" charset="0"/>
                <a:cs typeface="Lato Black" panose="020F0A02020204030203" pitchFamily="34" charset="0"/>
              </a:rPr>
              <a:t>Hệ biến tần động cơ không đồng bộ?</a:t>
            </a:r>
          </a:p>
          <a:p>
            <a:pPr marL="742958" lvl="3" indent="-400050"/>
            <a:r>
              <a:rPr lang="en-US" sz="2400"/>
              <a:t>Hệ biến tần động cơ đồng bộ kích từ dây quấn?</a:t>
            </a:r>
          </a:p>
          <a:p>
            <a:pPr marL="742958" lvl="3" indent="-400050"/>
            <a:r>
              <a:rPr lang="en-US" sz="2400"/>
              <a:t>Hệ biến tần động cơ một chiều không chổi than?</a:t>
            </a:r>
          </a:p>
          <a:p>
            <a:pPr marL="742958" lvl="3" indent="-400050"/>
            <a:r>
              <a:rPr lang="en-US" sz="2400"/>
              <a:t>Hệ biến tần động cơ đồng bộ NCVC cực từ ẩn?</a:t>
            </a:r>
          </a:p>
          <a:p>
            <a:pPr marL="742958" lvl="3" indent="-400050"/>
            <a:r>
              <a:rPr lang="en-US" sz="2400"/>
              <a:t>Hệ biến tần động cơ từ trở thay đổi?</a:t>
            </a:r>
          </a:p>
          <a:p>
            <a:pPr marL="742958" lvl="3" indent="-400050"/>
            <a:r>
              <a:rPr lang="en-US" sz="2400"/>
              <a:t>etc.</a:t>
            </a:r>
          </a:p>
          <a:p>
            <a:pPr marL="400050" lvl="2" indent="-400050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591811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ệ điều khiển PLC - Biến tần - Động cơ không đồng bộ ba pha (P1) - Xi măng  Việt Nam">
            <a:extLst>
              <a:ext uri="{FF2B5EF4-FFF2-40B4-BE49-F238E27FC236}">
                <a16:creationId xmlns:a16="http://schemas.microsoft.com/office/drawing/2014/main" id="{57929B48-83B0-4BCB-979C-C980535D9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90" y="2444514"/>
            <a:ext cx="6947421" cy="4120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B26C9-5002-48FC-87A8-36F7A42E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738A-104F-4D40-B96D-A8FBBF00ACFF}" type="datetime1">
              <a:rPr lang="en-US" smtClean="0"/>
              <a:pPr/>
              <a:t>8/5/2023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11E5F-EA04-4004-A298-299FCA04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323C5B-8A89-43E2-BCCE-51AB2170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latin typeface="Lato Black" panose="020F0A02020204030203" pitchFamily="34" charset="0"/>
                <a:cs typeface="Lato Black" panose="020F0A02020204030203" pitchFamily="34" charset="0"/>
              </a:rPr>
              <a:t>Hệ biến tần động cơ không đồng bộ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112B6-4B5C-46C9-98A8-076A7CF8A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2" y="764704"/>
            <a:ext cx="8674100" cy="3494029"/>
          </a:xfrm>
        </p:spPr>
        <p:txBody>
          <a:bodyPr/>
          <a:lstStyle/>
          <a:p>
            <a:pPr marL="400050" lvl="2" indent="-400050"/>
            <a:r>
              <a:rPr lang="en-US" sz="3200"/>
              <a:t>Phương pháp điều khiển U/f? FOC? DTC?</a:t>
            </a:r>
          </a:p>
          <a:p>
            <a:pPr marL="400050" lvl="2" indent="-400050"/>
            <a:r>
              <a:rPr lang="en-US" sz="3200"/>
              <a:t>Hãng sản xuất động cơ?</a:t>
            </a:r>
          </a:p>
          <a:p>
            <a:pPr marL="400050" lvl="2" indent="-400050"/>
            <a:r>
              <a:rPr lang="en-US" sz="3200"/>
              <a:t>Hãng sản xuất biến tần?</a:t>
            </a:r>
          </a:p>
          <a:p>
            <a:pPr marL="400050" lvl="2" indent="-400050"/>
            <a:r>
              <a:rPr lang="en-US" sz="3200"/>
              <a:t>Cảm biến đo dòng, áp, tốc độ?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5CFA4-50CA-4821-800A-AA05B3EC01BA}"/>
              </a:ext>
            </a:extLst>
          </p:cNvPr>
          <p:cNvSpPr txBox="1"/>
          <p:nvPr/>
        </p:nvSpPr>
        <p:spPr>
          <a:xfrm>
            <a:off x="1699683" y="6471659"/>
            <a:ext cx="565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Sơ đồ điều khiển FOC – IM</a:t>
            </a:r>
          </a:p>
        </p:txBody>
      </p:sp>
    </p:spTree>
    <p:extLst>
      <p:ext uri="{BB962C8B-B14F-4D97-AF65-F5344CB8AC3E}">
        <p14:creationId xmlns:p14="http://schemas.microsoft.com/office/powerpoint/2010/main" val="832279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8C1137-1F3F-4F42-943F-012EB3F98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EDAFB6-40E1-497C-AF2E-9251DA5A3A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10B763-8ACA-4927-9954-1ACC087FB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15FA0-2DB8-49D9-9321-6E8E0ADD35DB}" type="datetime1">
              <a:rPr lang="en-US" smtClean="0"/>
              <a:t>8/5/2023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8431A-6300-4D1E-8463-2E32A0C8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0E802-66AB-4F6C-969D-5DF4D4C0D4C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20493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_Theme" id="{C5018719-CCA5-4EBD-BDD5-7DB0676CB327}" vid="{CC0204E7-7A8E-4912-9DA5-645593F14530}"/>
    </a:ext>
  </a:extLst>
</a:theme>
</file>

<file path=ppt/theme/theme2.xml><?xml version="1.0" encoding="utf-8"?>
<a:theme xmlns:a="http://schemas.openxmlformats.org/drawingml/2006/main" name="HUST_Blue_3x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ato_Font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UST_Blue_3x4" id="{E9C3FC82-82D2-4AAD-BD92-7992C598749A}" vid="{D3A53013-773D-40F3-A96D-6AF0BB3DF18E}"/>
    </a:ext>
  </a:extLst>
</a:theme>
</file>

<file path=ppt/theme/theme3.xml><?xml version="1.0" encoding="utf-8"?>
<a:theme xmlns:a="http://schemas.openxmlformats.org/drawingml/2006/main" name="HUST_Blu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UST_Blue" id="{33F2556D-02B0-4E68-89CF-8B61F113F686}" vid="{C3470F3B-A8C9-4587-A5BF-ED00CFD48899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C02AFE1E61A641A641F83E96467DF8" ma:contentTypeVersion="3" ma:contentTypeDescription="Create a new document." ma:contentTypeScope="" ma:versionID="59995b1e6055044dc04512afb84bf6ca">
  <xsd:schema xmlns:xsd="http://www.w3.org/2001/XMLSchema" xmlns:xs="http://www.w3.org/2001/XMLSchema" xmlns:p="http://schemas.microsoft.com/office/2006/metadata/properties" xmlns:ns2="32db70e5-13ec-4056-bbc2-9270d8b70a01" targetNamespace="http://schemas.microsoft.com/office/2006/metadata/properties" ma:root="true" ma:fieldsID="5852e02f251d440f38c5578580b78c76" ns2:_="">
    <xsd:import namespace="32db70e5-13ec-4056-bbc2-9270d8b70a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db70e5-13ec-4056-bbc2-9270d8b70a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5577F7E-856A-40FB-B7B3-D7A8FFA2E7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1B52D4F-7023-43EF-BF85-DC2A4874F599}"/>
</file>

<file path=customXml/itemProps3.xml><?xml version="1.0" encoding="utf-8"?>
<ds:datastoreItem xmlns:ds="http://schemas.openxmlformats.org/officeDocument/2006/customXml" ds:itemID="{7063F23D-8BF8-4242-B5AB-EDABEE63BD93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8fac9b28-5b19-4fd5-b90e-df464cceef0a"/>
    <ds:schemaRef ds:uri="http://purl.org/dc/dcmitype/"/>
    <ds:schemaRef ds:uri="http://purl.org/dc/elements/1.1/"/>
    <ds:schemaRef ds:uri="http://www.w3.org/XML/1998/namespace"/>
    <ds:schemaRef ds:uri="http://schemas.openxmlformats.org/package/2006/metadata/core-properties"/>
    <ds:schemaRef ds:uri="4ac55e38-cb84-4e57-9d30-a570d730e789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Lecture_Theme</Template>
  <TotalTime>74</TotalTime>
  <Words>1002</Words>
  <Application>Microsoft Office PowerPoint</Application>
  <PresentationFormat>On-screen Show (4:3)</PresentationFormat>
  <Paragraphs>186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Asana</vt:lpstr>
      <vt:lpstr>Bahnschrift SemiBold</vt:lpstr>
      <vt:lpstr>Bahnschrift SemiLight</vt:lpstr>
      <vt:lpstr>Calibri</vt:lpstr>
      <vt:lpstr>Lato</vt:lpstr>
      <vt:lpstr>Lato Black</vt:lpstr>
      <vt:lpstr>Lecture_Theme</vt:lpstr>
      <vt:lpstr>HUST_Blue_3x4</vt:lpstr>
      <vt:lpstr>HUST_Blue</vt:lpstr>
      <vt:lpstr>EE4332 Design of Electrical  Drive System</vt:lpstr>
      <vt:lpstr>General introduction</vt:lpstr>
      <vt:lpstr>LECTURE 2 Drive system for Elevators</vt:lpstr>
      <vt:lpstr>Outlines</vt:lpstr>
      <vt:lpstr>Các bước thiết kế</vt:lpstr>
      <vt:lpstr>Phân tích yêu cầu công nghệ Thang máy</vt:lpstr>
      <vt:lpstr>Phân tích yêu cầu công nghệ Thang máy</vt:lpstr>
      <vt:lpstr>Phân tích yêu cầu công nghệ Thang máy</vt:lpstr>
      <vt:lpstr>Xây dựng phương án kỹ thuật</vt:lpstr>
      <vt:lpstr> Tiêu chuẩn thiết kế thang máy</vt:lpstr>
      <vt:lpstr>Xây dựng đặc tính tải</vt:lpstr>
      <vt:lpstr>Yêu cầu truyền động</vt:lpstr>
      <vt:lpstr>Phương án truyền động</vt:lpstr>
      <vt:lpstr>Hệ biến tần động cơ không đồng bộ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EE3510 Fundamental of Electric Drives</dc:title>
  <dc:creator>Nguyen Duy Dinh</dc:creator>
  <cp:lastModifiedBy>Nguyen Duy Dinh</cp:lastModifiedBy>
  <cp:revision>1</cp:revision>
  <cp:lastPrinted>2021-09-27T06:51:35Z</cp:lastPrinted>
  <dcterms:created xsi:type="dcterms:W3CDTF">2021-02-21T03:44:53Z</dcterms:created>
  <dcterms:modified xsi:type="dcterms:W3CDTF">2023-08-05T08:18:20Z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0x0101006DC02AFE1E61A641A641F83E96467DF8</vt:lpwstr>
  </property>
</Properties>
</file>